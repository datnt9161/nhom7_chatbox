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4365" y="1071654"/>
            <a:ext cx="1087755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0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700" b="0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107" y="8736969"/>
            <a:ext cx="502146" cy="50214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3027" y="8875985"/>
            <a:ext cx="135289" cy="2240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966572" y="2000218"/>
            <a:ext cx="1527175" cy="2449195"/>
          </a:xfrm>
          <a:custGeom>
            <a:avLst/>
            <a:gdLst/>
            <a:ahLst/>
            <a:cxnLst/>
            <a:rect l="l" t="t" r="r" b="b"/>
            <a:pathLst>
              <a:path w="1527175" h="2449195">
                <a:moveTo>
                  <a:pt x="0" y="2449178"/>
                </a:moveTo>
                <a:lnTo>
                  <a:pt x="0" y="0"/>
                </a:lnTo>
                <a:lnTo>
                  <a:pt x="51532" y="541"/>
                </a:lnTo>
                <a:lnTo>
                  <a:pt x="103018" y="2167"/>
                </a:lnTo>
                <a:lnTo>
                  <a:pt x="154459" y="4875"/>
                </a:lnTo>
                <a:lnTo>
                  <a:pt x="205854" y="8665"/>
                </a:lnTo>
                <a:lnTo>
                  <a:pt x="257159" y="13538"/>
                </a:lnTo>
                <a:lnTo>
                  <a:pt x="308326" y="19484"/>
                </a:lnTo>
                <a:lnTo>
                  <a:pt x="359357" y="26505"/>
                </a:lnTo>
                <a:lnTo>
                  <a:pt x="410252" y="34602"/>
                </a:lnTo>
                <a:lnTo>
                  <a:pt x="460965" y="43769"/>
                </a:lnTo>
                <a:lnTo>
                  <a:pt x="511452" y="53996"/>
                </a:lnTo>
                <a:lnTo>
                  <a:pt x="561711" y="65283"/>
                </a:lnTo>
                <a:lnTo>
                  <a:pt x="611744" y="77629"/>
                </a:lnTo>
                <a:lnTo>
                  <a:pt x="661509" y="91025"/>
                </a:lnTo>
                <a:lnTo>
                  <a:pt x="710958" y="105459"/>
                </a:lnTo>
                <a:lnTo>
                  <a:pt x="760093" y="120930"/>
                </a:lnTo>
                <a:lnTo>
                  <a:pt x="808912" y="137438"/>
                </a:lnTo>
                <a:lnTo>
                  <a:pt x="857373" y="154971"/>
                </a:lnTo>
                <a:lnTo>
                  <a:pt x="905433" y="173510"/>
                </a:lnTo>
                <a:lnTo>
                  <a:pt x="953093" y="193056"/>
                </a:lnTo>
                <a:lnTo>
                  <a:pt x="1000353" y="213610"/>
                </a:lnTo>
                <a:lnTo>
                  <a:pt x="1047168" y="235153"/>
                </a:lnTo>
                <a:lnTo>
                  <a:pt x="1093501" y="257665"/>
                </a:lnTo>
                <a:lnTo>
                  <a:pt x="1139350" y="281148"/>
                </a:lnTo>
                <a:lnTo>
                  <a:pt x="1184712" y="305603"/>
                </a:lnTo>
                <a:lnTo>
                  <a:pt x="1229554" y="331002"/>
                </a:lnTo>
                <a:lnTo>
                  <a:pt x="1273831" y="357329"/>
                </a:lnTo>
                <a:lnTo>
                  <a:pt x="1317543" y="384583"/>
                </a:lnTo>
                <a:lnTo>
                  <a:pt x="1360690" y="412762"/>
                </a:lnTo>
                <a:lnTo>
                  <a:pt x="1403236" y="441841"/>
                </a:lnTo>
                <a:lnTo>
                  <a:pt x="1445142" y="471796"/>
                </a:lnTo>
                <a:lnTo>
                  <a:pt x="1486408" y="502626"/>
                </a:lnTo>
                <a:lnTo>
                  <a:pt x="1527035" y="534332"/>
                </a:lnTo>
                <a:lnTo>
                  <a:pt x="0" y="2449178"/>
                </a:lnTo>
                <a:close/>
              </a:path>
            </a:pathLst>
          </a:custGeom>
          <a:solidFill>
            <a:srgbClr val="E2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66572" y="2534550"/>
            <a:ext cx="2449195" cy="4227195"/>
          </a:xfrm>
          <a:custGeom>
            <a:avLst/>
            <a:gdLst/>
            <a:ahLst/>
            <a:cxnLst/>
            <a:rect l="l" t="t" r="r" b="b"/>
            <a:pathLst>
              <a:path w="2449195" h="4227195">
                <a:moveTo>
                  <a:pt x="808912" y="4226586"/>
                </a:moveTo>
                <a:lnTo>
                  <a:pt x="0" y="1914846"/>
                </a:lnTo>
                <a:lnTo>
                  <a:pt x="1527035" y="0"/>
                </a:lnTo>
                <a:lnTo>
                  <a:pt x="1558718" y="25701"/>
                </a:lnTo>
                <a:lnTo>
                  <a:pt x="1589960" y="51918"/>
                </a:lnTo>
                <a:lnTo>
                  <a:pt x="1620761" y="78651"/>
                </a:lnTo>
                <a:lnTo>
                  <a:pt x="1651121" y="105901"/>
                </a:lnTo>
                <a:lnTo>
                  <a:pt x="1681022" y="133655"/>
                </a:lnTo>
                <a:lnTo>
                  <a:pt x="1710449" y="161893"/>
                </a:lnTo>
                <a:lnTo>
                  <a:pt x="1739401" y="190617"/>
                </a:lnTo>
                <a:lnTo>
                  <a:pt x="1767877" y="219827"/>
                </a:lnTo>
                <a:lnTo>
                  <a:pt x="1795866" y="249508"/>
                </a:lnTo>
                <a:lnTo>
                  <a:pt x="1823347" y="279644"/>
                </a:lnTo>
                <a:lnTo>
                  <a:pt x="1850321" y="310234"/>
                </a:lnTo>
                <a:lnTo>
                  <a:pt x="1876790" y="341276"/>
                </a:lnTo>
                <a:lnTo>
                  <a:pt x="1902741" y="372753"/>
                </a:lnTo>
                <a:lnTo>
                  <a:pt x="1928156" y="404651"/>
                </a:lnTo>
                <a:lnTo>
                  <a:pt x="1953036" y="436967"/>
                </a:lnTo>
                <a:lnTo>
                  <a:pt x="1977381" y="469704"/>
                </a:lnTo>
                <a:lnTo>
                  <a:pt x="2001176" y="502840"/>
                </a:lnTo>
                <a:lnTo>
                  <a:pt x="2024410" y="536358"/>
                </a:lnTo>
                <a:lnTo>
                  <a:pt x="2047084" y="570258"/>
                </a:lnTo>
                <a:lnTo>
                  <a:pt x="2069198" y="604541"/>
                </a:lnTo>
                <a:lnTo>
                  <a:pt x="2090735" y="639188"/>
                </a:lnTo>
                <a:lnTo>
                  <a:pt x="2111687" y="674179"/>
                </a:lnTo>
                <a:lnTo>
                  <a:pt x="2132054" y="709513"/>
                </a:lnTo>
                <a:lnTo>
                  <a:pt x="2151835" y="745191"/>
                </a:lnTo>
                <a:lnTo>
                  <a:pt x="2171017" y="781196"/>
                </a:lnTo>
                <a:lnTo>
                  <a:pt x="2189593" y="817505"/>
                </a:lnTo>
                <a:lnTo>
                  <a:pt x="2207562" y="854118"/>
                </a:lnTo>
                <a:lnTo>
                  <a:pt x="2224924" y="891035"/>
                </a:lnTo>
                <a:lnTo>
                  <a:pt x="2241668" y="928235"/>
                </a:lnTo>
                <a:lnTo>
                  <a:pt x="2257785" y="965698"/>
                </a:lnTo>
                <a:lnTo>
                  <a:pt x="2273276" y="1003425"/>
                </a:lnTo>
                <a:lnTo>
                  <a:pt x="2288143" y="1041414"/>
                </a:lnTo>
                <a:lnTo>
                  <a:pt x="2302372" y="1079649"/>
                </a:lnTo>
                <a:lnTo>
                  <a:pt x="2315959" y="1118103"/>
                </a:lnTo>
                <a:lnTo>
                  <a:pt x="2328905" y="1156778"/>
                </a:lnTo>
                <a:lnTo>
                  <a:pt x="2341208" y="1195676"/>
                </a:lnTo>
                <a:lnTo>
                  <a:pt x="2352863" y="1234770"/>
                </a:lnTo>
                <a:lnTo>
                  <a:pt x="2363862" y="1274042"/>
                </a:lnTo>
                <a:lnTo>
                  <a:pt x="2374205" y="1313492"/>
                </a:lnTo>
                <a:lnTo>
                  <a:pt x="2383891" y="1353122"/>
                </a:lnTo>
                <a:lnTo>
                  <a:pt x="2392918" y="1392906"/>
                </a:lnTo>
                <a:lnTo>
                  <a:pt x="2401277" y="1432824"/>
                </a:lnTo>
                <a:lnTo>
                  <a:pt x="2408969" y="1472876"/>
                </a:lnTo>
                <a:lnTo>
                  <a:pt x="2415996" y="1513061"/>
                </a:lnTo>
                <a:lnTo>
                  <a:pt x="2422354" y="1553358"/>
                </a:lnTo>
                <a:lnTo>
                  <a:pt x="2428038" y="1593745"/>
                </a:lnTo>
                <a:lnTo>
                  <a:pt x="2433048" y="1634220"/>
                </a:lnTo>
                <a:lnTo>
                  <a:pt x="2437385" y="1674784"/>
                </a:lnTo>
                <a:lnTo>
                  <a:pt x="2441047" y="1715415"/>
                </a:lnTo>
                <a:lnTo>
                  <a:pt x="2444029" y="1756090"/>
                </a:lnTo>
                <a:lnTo>
                  <a:pt x="2446333" y="1796809"/>
                </a:lnTo>
                <a:lnTo>
                  <a:pt x="2447956" y="1837572"/>
                </a:lnTo>
                <a:lnTo>
                  <a:pt x="2448904" y="1878356"/>
                </a:lnTo>
                <a:lnTo>
                  <a:pt x="2449172" y="1919139"/>
                </a:lnTo>
                <a:lnTo>
                  <a:pt x="2448762" y="1959921"/>
                </a:lnTo>
                <a:lnTo>
                  <a:pt x="2447672" y="2000702"/>
                </a:lnTo>
                <a:lnTo>
                  <a:pt x="2445903" y="2041459"/>
                </a:lnTo>
                <a:lnTo>
                  <a:pt x="2443455" y="2082170"/>
                </a:lnTo>
                <a:lnTo>
                  <a:pt x="2440330" y="2122834"/>
                </a:lnTo>
                <a:lnTo>
                  <a:pt x="2436527" y="2163452"/>
                </a:lnTo>
                <a:lnTo>
                  <a:pt x="2432049" y="2204001"/>
                </a:lnTo>
                <a:lnTo>
                  <a:pt x="2426898" y="2244458"/>
                </a:lnTo>
                <a:lnTo>
                  <a:pt x="2421073" y="2284824"/>
                </a:lnTo>
                <a:lnTo>
                  <a:pt x="2414575" y="2325098"/>
                </a:lnTo>
                <a:lnTo>
                  <a:pt x="2407407" y="2365259"/>
                </a:lnTo>
                <a:lnTo>
                  <a:pt x="2399572" y="2405284"/>
                </a:lnTo>
                <a:lnTo>
                  <a:pt x="2391072" y="2445172"/>
                </a:lnTo>
                <a:lnTo>
                  <a:pt x="2381907" y="2484925"/>
                </a:lnTo>
                <a:lnTo>
                  <a:pt x="2372082" y="2524519"/>
                </a:lnTo>
                <a:lnTo>
                  <a:pt x="2361602" y="2563933"/>
                </a:lnTo>
                <a:lnTo>
                  <a:pt x="2350466" y="2603167"/>
                </a:lnTo>
                <a:lnTo>
                  <a:pt x="2338674" y="2642221"/>
                </a:lnTo>
                <a:lnTo>
                  <a:pt x="2326235" y="2681074"/>
                </a:lnTo>
                <a:lnTo>
                  <a:pt x="2313153" y="2719702"/>
                </a:lnTo>
                <a:lnTo>
                  <a:pt x="2299430" y="2758107"/>
                </a:lnTo>
                <a:lnTo>
                  <a:pt x="2285065" y="2796290"/>
                </a:lnTo>
                <a:lnTo>
                  <a:pt x="2270066" y="2834228"/>
                </a:lnTo>
                <a:lnTo>
                  <a:pt x="2254442" y="2871901"/>
                </a:lnTo>
                <a:lnTo>
                  <a:pt x="2238193" y="2909309"/>
                </a:lnTo>
                <a:lnTo>
                  <a:pt x="2221320" y="2946452"/>
                </a:lnTo>
                <a:lnTo>
                  <a:pt x="2203828" y="2983308"/>
                </a:lnTo>
                <a:lnTo>
                  <a:pt x="2185732" y="3019858"/>
                </a:lnTo>
                <a:lnTo>
                  <a:pt x="2167029" y="3056101"/>
                </a:lnTo>
                <a:lnTo>
                  <a:pt x="2147717" y="3092036"/>
                </a:lnTo>
                <a:lnTo>
                  <a:pt x="2127813" y="3127646"/>
                </a:lnTo>
                <a:lnTo>
                  <a:pt x="2107324" y="3162909"/>
                </a:lnTo>
                <a:lnTo>
                  <a:pt x="2086250" y="3197825"/>
                </a:lnTo>
                <a:lnTo>
                  <a:pt x="2064590" y="3232395"/>
                </a:lnTo>
                <a:lnTo>
                  <a:pt x="2042358" y="3266600"/>
                </a:lnTo>
                <a:lnTo>
                  <a:pt x="2019566" y="3300422"/>
                </a:lnTo>
                <a:lnTo>
                  <a:pt x="1996214" y="3333860"/>
                </a:lnTo>
                <a:lnTo>
                  <a:pt x="1972302" y="3366912"/>
                </a:lnTo>
                <a:lnTo>
                  <a:pt x="1947843" y="3399562"/>
                </a:lnTo>
                <a:lnTo>
                  <a:pt x="1922850" y="3431792"/>
                </a:lnTo>
                <a:lnTo>
                  <a:pt x="1897324" y="3463601"/>
                </a:lnTo>
                <a:lnTo>
                  <a:pt x="1871262" y="3494989"/>
                </a:lnTo>
                <a:lnTo>
                  <a:pt x="1844686" y="3525938"/>
                </a:lnTo>
                <a:lnTo>
                  <a:pt x="1817603" y="3556432"/>
                </a:lnTo>
                <a:lnTo>
                  <a:pt x="1790017" y="3586469"/>
                </a:lnTo>
                <a:lnTo>
                  <a:pt x="1761926" y="3616051"/>
                </a:lnTo>
                <a:lnTo>
                  <a:pt x="1733344" y="3645161"/>
                </a:lnTo>
                <a:lnTo>
                  <a:pt x="1704291" y="3673784"/>
                </a:lnTo>
                <a:lnTo>
                  <a:pt x="1674765" y="3701918"/>
                </a:lnTo>
                <a:lnTo>
                  <a:pt x="1644765" y="3729566"/>
                </a:lnTo>
                <a:lnTo>
                  <a:pt x="1614311" y="3756710"/>
                </a:lnTo>
                <a:lnTo>
                  <a:pt x="1583418" y="3783335"/>
                </a:lnTo>
                <a:lnTo>
                  <a:pt x="1552086" y="3809442"/>
                </a:lnTo>
                <a:lnTo>
                  <a:pt x="1520316" y="3835032"/>
                </a:lnTo>
                <a:lnTo>
                  <a:pt x="1488121" y="3860089"/>
                </a:lnTo>
                <a:lnTo>
                  <a:pt x="1455523" y="3884600"/>
                </a:lnTo>
                <a:lnTo>
                  <a:pt x="1422522" y="3908562"/>
                </a:lnTo>
                <a:lnTo>
                  <a:pt x="1389119" y="3931977"/>
                </a:lnTo>
                <a:lnTo>
                  <a:pt x="1355327" y="3954836"/>
                </a:lnTo>
                <a:lnTo>
                  <a:pt x="1321169" y="3977123"/>
                </a:lnTo>
                <a:lnTo>
                  <a:pt x="1286644" y="3998837"/>
                </a:lnTo>
                <a:lnTo>
                  <a:pt x="1251753" y="4019978"/>
                </a:lnTo>
                <a:lnTo>
                  <a:pt x="1216517" y="4040535"/>
                </a:lnTo>
                <a:lnTo>
                  <a:pt x="1180953" y="4060497"/>
                </a:lnTo>
                <a:lnTo>
                  <a:pt x="1145062" y="4079865"/>
                </a:lnTo>
                <a:lnTo>
                  <a:pt x="1108842" y="4098636"/>
                </a:lnTo>
                <a:lnTo>
                  <a:pt x="1072314" y="4116802"/>
                </a:lnTo>
                <a:lnTo>
                  <a:pt x="1035499" y="4134352"/>
                </a:lnTo>
                <a:lnTo>
                  <a:pt x="998397" y="4151287"/>
                </a:lnTo>
                <a:lnTo>
                  <a:pt x="961009" y="4167606"/>
                </a:lnTo>
                <a:lnTo>
                  <a:pt x="923354" y="4183300"/>
                </a:lnTo>
                <a:lnTo>
                  <a:pt x="885452" y="4198361"/>
                </a:lnTo>
                <a:lnTo>
                  <a:pt x="847305" y="4212790"/>
                </a:lnTo>
                <a:lnTo>
                  <a:pt x="808912" y="4226586"/>
                </a:lnTo>
                <a:close/>
              </a:path>
            </a:pathLst>
          </a:custGeom>
          <a:solidFill>
            <a:srgbClr val="99B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578799" y="4449397"/>
            <a:ext cx="3197225" cy="2449195"/>
          </a:xfrm>
          <a:custGeom>
            <a:avLst/>
            <a:gdLst/>
            <a:ahLst/>
            <a:cxnLst/>
            <a:rect l="l" t="t" r="r" b="b"/>
            <a:pathLst>
              <a:path w="3197225" h="2449195">
                <a:moveTo>
                  <a:pt x="2407092" y="2449101"/>
                </a:moveTo>
                <a:lnTo>
                  <a:pt x="2342694" y="2448761"/>
                </a:lnTo>
                <a:lnTo>
                  <a:pt x="2278317" y="2446729"/>
                </a:lnTo>
                <a:lnTo>
                  <a:pt x="2214027" y="2443008"/>
                </a:lnTo>
                <a:lnTo>
                  <a:pt x="2149845" y="2437593"/>
                </a:lnTo>
                <a:lnTo>
                  <a:pt x="2085839" y="2430493"/>
                </a:lnTo>
                <a:lnTo>
                  <a:pt x="2022031" y="2421714"/>
                </a:lnTo>
                <a:lnTo>
                  <a:pt x="1958487" y="2411261"/>
                </a:lnTo>
                <a:lnTo>
                  <a:pt x="1895229" y="2399140"/>
                </a:lnTo>
                <a:lnTo>
                  <a:pt x="1832322" y="2385361"/>
                </a:lnTo>
                <a:lnTo>
                  <a:pt x="1769789" y="2369929"/>
                </a:lnTo>
                <a:lnTo>
                  <a:pt x="1707695" y="2352863"/>
                </a:lnTo>
                <a:lnTo>
                  <a:pt x="1646059" y="2334166"/>
                </a:lnTo>
                <a:lnTo>
                  <a:pt x="1584945" y="2313860"/>
                </a:lnTo>
                <a:lnTo>
                  <a:pt x="1524376" y="2291949"/>
                </a:lnTo>
                <a:lnTo>
                  <a:pt x="1464416" y="2268455"/>
                </a:lnTo>
                <a:lnTo>
                  <a:pt x="1405084" y="2243391"/>
                </a:lnTo>
                <a:lnTo>
                  <a:pt x="1346442" y="2216779"/>
                </a:lnTo>
                <a:lnTo>
                  <a:pt x="1288510" y="2188628"/>
                </a:lnTo>
                <a:lnTo>
                  <a:pt x="1231347" y="2158972"/>
                </a:lnTo>
                <a:lnTo>
                  <a:pt x="1174975" y="2127815"/>
                </a:lnTo>
                <a:lnTo>
                  <a:pt x="1119451" y="2095193"/>
                </a:lnTo>
                <a:lnTo>
                  <a:pt x="1064795" y="2061116"/>
                </a:lnTo>
                <a:lnTo>
                  <a:pt x="1011062" y="2025618"/>
                </a:lnTo>
                <a:lnTo>
                  <a:pt x="958273" y="1988718"/>
                </a:lnTo>
                <a:lnTo>
                  <a:pt x="906480" y="1950448"/>
                </a:lnTo>
                <a:lnTo>
                  <a:pt x="855704" y="1910820"/>
                </a:lnTo>
                <a:lnTo>
                  <a:pt x="805995" y="1869880"/>
                </a:lnTo>
                <a:lnTo>
                  <a:pt x="757369" y="1827638"/>
                </a:lnTo>
                <a:lnTo>
                  <a:pt x="709882" y="1784141"/>
                </a:lnTo>
                <a:lnTo>
                  <a:pt x="663547" y="1739404"/>
                </a:lnTo>
                <a:lnTo>
                  <a:pt x="618412" y="1693468"/>
                </a:lnTo>
                <a:lnTo>
                  <a:pt x="574492" y="1646356"/>
                </a:lnTo>
                <a:lnTo>
                  <a:pt x="531834" y="1598112"/>
                </a:lnTo>
                <a:lnTo>
                  <a:pt x="490453" y="1548755"/>
                </a:lnTo>
                <a:lnTo>
                  <a:pt x="450389" y="1498336"/>
                </a:lnTo>
                <a:lnTo>
                  <a:pt x="411658" y="1446872"/>
                </a:lnTo>
                <a:lnTo>
                  <a:pt x="374301" y="1394416"/>
                </a:lnTo>
                <a:lnTo>
                  <a:pt x="338331" y="1340988"/>
                </a:lnTo>
                <a:lnTo>
                  <a:pt x="303781" y="1286644"/>
                </a:lnTo>
                <a:lnTo>
                  <a:pt x="270668" y="1231397"/>
                </a:lnTo>
                <a:lnTo>
                  <a:pt x="239024" y="1175309"/>
                </a:lnTo>
                <a:lnTo>
                  <a:pt x="208862" y="1118398"/>
                </a:lnTo>
                <a:lnTo>
                  <a:pt x="180209" y="1060725"/>
                </a:lnTo>
                <a:lnTo>
                  <a:pt x="153081" y="1002308"/>
                </a:lnTo>
                <a:lnTo>
                  <a:pt x="127501" y="943208"/>
                </a:lnTo>
                <a:lnTo>
                  <a:pt x="103480" y="883446"/>
                </a:lnTo>
                <a:lnTo>
                  <a:pt x="81043" y="823085"/>
                </a:lnTo>
                <a:lnTo>
                  <a:pt x="60197" y="762142"/>
                </a:lnTo>
                <a:lnTo>
                  <a:pt x="40964" y="700682"/>
                </a:lnTo>
                <a:lnTo>
                  <a:pt x="23351" y="638727"/>
                </a:lnTo>
                <a:lnTo>
                  <a:pt x="7374" y="576343"/>
                </a:lnTo>
                <a:lnTo>
                  <a:pt x="0" y="544993"/>
                </a:lnTo>
                <a:lnTo>
                  <a:pt x="2387773" y="0"/>
                </a:lnTo>
                <a:lnTo>
                  <a:pt x="3196685" y="2311740"/>
                </a:lnTo>
                <a:lnTo>
                  <a:pt x="3166219" y="2322175"/>
                </a:lnTo>
                <a:lnTo>
                  <a:pt x="3104896" y="2341838"/>
                </a:lnTo>
                <a:lnTo>
                  <a:pt x="3043066" y="2359886"/>
                </a:lnTo>
                <a:lnTo>
                  <a:pt x="2980795" y="2376298"/>
                </a:lnTo>
                <a:lnTo>
                  <a:pt x="2918102" y="2391071"/>
                </a:lnTo>
                <a:lnTo>
                  <a:pt x="2855054" y="2404188"/>
                </a:lnTo>
                <a:lnTo>
                  <a:pt x="2791672" y="2415644"/>
                </a:lnTo>
                <a:lnTo>
                  <a:pt x="2728021" y="2425429"/>
                </a:lnTo>
                <a:lnTo>
                  <a:pt x="2664125" y="2433537"/>
                </a:lnTo>
                <a:lnTo>
                  <a:pt x="2600048" y="2439962"/>
                </a:lnTo>
                <a:lnTo>
                  <a:pt x="2535813" y="2444700"/>
                </a:lnTo>
                <a:lnTo>
                  <a:pt x="2471487" y="2447746"/>
                </a:lnTo>
                <a:lnTo>
                  <a:pt x="2407092" y="2449101"/>
                </a:lnTo>
                <a:close/>
              </a:path>
            </a:pathLst>
          </a:custGeom>
          <a:solidFill>
            <a:srgbClr val="6F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17394" y="2000218"/>
            <a:ext cx="2449195" cy="2994660"/>
          </a:xfrm>
          <a:custGeom>
            <a:avLst/>
            <a:gdLst/>
            <a:ahLst/>
            <a:cxnLst/>
            <a:rect l="l" t="t" r="r" b="b"/>
            <a:pathLst>
              <a:path w="2449195" h="2994660">
                <a:moveTo>
                  <a:pt x="61404" y="2994171"/>
                </a:moveTo>
                <a:lnTo>
                  <a:pt x="47060" y="2926993"/>
                </a:lnTo>
                <a:lnTo>
                  <a:pt x="34602" y="2859438"/>
                </a:lnTo>
                <a:lnTo>
                  <a:pt x="24050" y="2791561"/>
                </a:lnTo>
                <a:lnTo>
                  <a:pt x="15402" y="2723414"/>
                </a:lnTo>
                <a:lnTo>
                  <a:pt x="8668" y="2655052"/>
                </a:lnTo>
                <a:lnTo>
                  <a:pt x="3852" y="2586527"/>
                </a:lnTo>
                <a:lnTo>
                  <a:pt x="964" y="2517895"/>
                </a:lnTo>
                <a:lnTo>
                  <a:pt x="0" y="2449208"/>
                </a:lnTo>
                <a:lnTo>
                  <a:pt x="240" y="2414858"/>
                </a:lnTo>
                <a:lnTo>
                  <a:pt x="2165" y="2346199"/>
                </a:lnTo>
                <a:lnTo>
                  <a:pt x="6016" y="2277607"/>
                </a:lnTo>
                <a:lnTo>
                  <a:pt x="11789" y="2209164"/>
                </a:lnTo>
                <a:lnTo>
                  <a:pt x="19480" y="2140896"/>
                </a:lnTo>
                <a:lnTo>
                  <a:pt x="29080" y="2072883"/>
                </a:lnTo>
                <a:lnTo>
                  <a:pt x="40585" y="2005154"/>
                </a:lnTo>
                <a:lnTo>
                  <a:pt x="53985" y="1937787"/>
                </a:lnTo>
                <a:lnTo>
                  <a:pt x="69268" y="1870809"/>
                </a:lnTo>
                <a:lnTo>
                  <a:pt x="86421" y="1804301"/>
                </a:lnTo>
                <a:lnTo>
                  <a:pt x="105439" y="1738286"/>
                </a:lnTo>
                <a:lnTo>
                  <a:pt x="126296" y="1672841"/>
                </a:lnTo>
                <a:lnTo>
                  <a:pt x="148986" y="1607995"/>
                </a:lnTo>
                <a:lnTo>
                  <a:pt x="173478" y="1543824"/>
                </a:lnTo>
                <a:lnTo>
                  <a:pt x="199765" y="1480353"/>
                </a:lnTo>
                <a:lnTo>
                  <a:pt x="227820" y="1417657"/>
                </a:lnTo>
                <a:lnTo>
                  <a:pt x="257623" y="1355758"/>
                </a:lnTo>
                <a:lnTo>
                  <a:pt x="289149" y="1294731"/>
                </a:lnTo>
                <a:lnTo>
                  <a:pt x="322376" y="1234602"/>
                </a:lnTo>
                <a:lnTo>
                  <a:pt x="357270" y="1175440"/>
                </a:lnTo>
                <a:lnTo>
                  <a:pt x="393819" y="1117270"/>
                </a:lnTo>
                <a:lnTo>
                  <a:pt x="431979" y="1060159"/>
                </a:lnTo>
                <a:lnTo>
                  <a:pt x="471730" y="1004128"/>
                </a:lnTo>
                <a:lnTo>
                  <a:pt x="513031" y="949242"/>
                </a:lnTo>
                <a:lnTo>
                  <a:pt x="555861" y="895528"/>
                </a:lnTo>
                <a:lnTo>
                  <a:pt x="600173" y="843048"/>
                </a:lnTo>
                <a:lnTo>
                  <a:pt x="645949" y="791821"/>
                </a:lnTo>
                <a:lnTo>
                  <a:pt x="693134" y="741907"/>
                </a:lnTo>
                <a:lnTo>
                  <a:pt x="741710" y="693324"/>
                </a:lnTo>
                <a:lnTo>
                  <a:pt x="791619" y="646134"/>
                </a:lnTo>
                <a:lnTo>
                  <a:pt x="842841" y="600353"/>
                </a:lnTo>
                <a:lnTo>
                  <a:pt x="895317" y="556034"/>
                </a:lnTo>
                <a:lnTo>
                  <a:pt x="949026" y="513199"/>
                </a:lnTo>
                <a:lnTo>
                  <a:pt x="1003903" y="471892"/>
                </a:lnTo>
                <a:lnTo>
                  <a:pt x="1059929" y="432132"/>
                </a:lnTo>
                <a:lnTo>
                  <a:pt x="1117038" y="393971"/>
                </a:lnTo>
                <a:lnTo>
                  <a:pt x="1175204" y="357417"/>
                </a:lnTo>
                <a:lnTo>
                  <a:pt x="1234363" y="322514"/>
                </a:lnTo>
                <a:lnTo>
                  <a:pt x="1294488" y="289279"/>
                </a:lnTo>
                <a:lnTo>
                  <a:pt x="1355511" y="257748"/>
                </a:lnTo>
                <a:lnTo>
                  <a:pt x="1417405" y="227936"/>
                </a:lnTo>
                <a:lnTo>
                  <a:pt x="1480099" y="199875"/>
                </a:lnTo>
                <a:lnTo>
                  <a:pt x="1543567" y="173582"/>
                </a:lnTo>
                <a:lnTo>
                  <a:pt x="1607735" y="149081"/>
                </a:lnTo>
                <a:lnTo>
                  <a:pt x="1672580" y="126385"/>
                </a:lnTo>
                <a:lnTo>
                  <a:pt x="1738021" y="105522"/>
                </a:lnTo>
                <a:lnTo>
                  <a:pt x="1804035" y="86496"/>
                </a:lnTo>
                <a:lnTo>
                  <a:pt x="1870541" y="69333"/>
                </a:lnTo>
                <a:lnTo>
                  <a:pt x="1937517" y="54042"/>
                </a:lnTo>
                <a:lnTo>
                  <a:pt x="2004883" y="40635"/>
                </a:lnTo>
                <a:lnTo>
                  <a:pt x="2072611" y="29121"/>
                </a:lnTo>
                <a:lnTo>
                  <a:pt x="2140622" y="19515"/>
                </a:lnTo>
                <a:lnTo>
                  <a:pt x="2208889" y="11816"/>
                </a:lnTo>
                <a:lnTo>
                  <a:pt x="2277332" y="6035"/>
                </a:lnTo>
                <a:lnTo>
                  <a:pt x="2345924" y="2177"/>
                </a:lnTo>
                <a:lnTo>
                  <a:pt x="2414583" y="244"/>
                </a:lnTo>
                <a:lnTo>
                  <a:pt x="2448933" y="0"/>
                </a:lnTo>
                <a:lnTo>
                  <a:pt x="2449178" y="2449178"/>
                </a:lnTo>
                <a:lnTo>
                  <a:pt x="61404" y="2994171"/>
                </a:lnTo>
                <a:close/>
              </a:path>
            </a:pathLst>
          </a:custGeom>
          <a:solidFill>
            <a:srgbClr val="A5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534160" y="2202204"/>
            <a:ext cx="5560060" cy="1016635"/>
          </a:xfrm>
          <a:custGeom>
            <a:avLst/>
            <a:gdLst/>
            <a:ahLst/>
            <a:cxnLst/>
            <a:rect l="l" t="t" r="r" b="b"/>
            <a:pathLst>
              <a:path w="5560059" h="1016635">
                <a:moveTo>
                  <a:pt x="278501" y="222336"/>
                </a:moveTo>
                <a:lnTo>
                  <a:pt x="241410" y="214848"/>
                </a:lnTo>
                <a:lnTo>
                  <a:pt x="211122" y="194427"/>
                </a:lnTo>
                <a:lnTo>
                  <a:pt x="190701" y="164139"/>
                </a:lnTo>
                <a:lnTo>
                  <a:pt x="183213" y="127049"/>
                </a:lnTo>
                <a:lnTo>
                  <a:pt x="183213" y="95287"/>
                </a:lnTo>
                <a:lnTo>
                  <a:pt x="190701" y="58197"/>
                </a:lnTo>
                <a:lnTo>
                  <a:pt x="211122" y="27909"/>
                </a:lnTo>
                <a:lnTo>
                  <a:pt x="241410" y="7488"/>
                </a:lnTo>
                <a:lnTo>
                  <a:pt x="278501" y="0"/>
                </a:lnTo>
                <a:lnTo>
                  <a:pt x="315591" y="7488"/>
                </a:lnTo>
                <a:lnTo>
                  <a:pt x="345879" y="27909"/>
                </a:lnTo>
                <a:lnTo>
                  <a:pt x="366299" y="58197"/>
                </a:lnTo>
                <a:lnTo>
                  <a:pt x="373787" y="95287"/>
                </a:lnTo>
                <a:lnTo>
                  <a:pt x="373787" y="127049"/>
                </a:lnTo>
                <a:lnTo>
                  <a:pt x="366299" y="164139"/>
                </a:lnTo>
                <a:lnTo>
                  <a:pt x="345879" y="194427"/>
                </a:lnTo>
                <a:lnTo>
                  <a:pt x="315591" y="214848"/>
                </a:lnTo>
                <a:lnTo>
                  <a:pt x="278501" y="222336"/>
                </a:lnTo>
                <a:close/>
              </a:path>
              <a:path w="5560059" h="1016635">
                <a:moveTo>
                  <a:pt x="45979" y="635252"/>
                </a:moveTo>
                <a:lnTo>
                  <a:pt x="11374" y="635252"/>
                </a:lnTo>
                <a:lnTo>
                  <a:pt x="6388" y="632572"/>
                </a:lnTo>
                <a:lnTo>
                  <a:pt x="504" y="623657"/>
                </a:lnTo>
                <a:lnTo>
                  <a:pt x="0" y="618018"/>
                </a:lnTo>
                <a:lnTo>
                  <a:pt x="87926" y="412912"/>
                </a:lnTo>
                <a:lnTo>
                  <a:pt x="119498" y="333951"/>
                </a:lnTo>
                <a:lnTo>
                  <a:pt x="138767" y="301125"/>
                </a:lnTo>
                <a:lnTo>
                  <a:pt x="166237" y="275937"/>
                </a:lnTo>
                <a:lnTo>
                  <a:pt x="199829" y="259792"/>
                </a:lnTo>
                <a:lnTo>
                  <a:pt x="237463" y="254099"/>
                </a:lnTo>
                <a:lnTo>
                  <a:pt x="319539" y="254099"/>
                </a:lnTo>
                <a:lnTo>
                  <a:pt x="390764" y="275937"/>
                </a:lnTo>
                <a:lnTo>
                  <a:pt x="437502" y="333951"/>
                </a:lnTo>
                <a:lnTo>
                  <a:pt x="469074" y="412912"/>
                </a:lnTo>
                <a:lnTo>
                  <a:pt x="477077" y="431587"/>
                </a:lnTo>
                <a:lnTo>
                  <a:pt x="175209" y="431587"/>
                </a:lnTo>
                <a:lnTo>
                  <a:pt x="173780" y="434986"/>
                </a:lnTo>
                <a:lnTo>
                  <a:pt x="104442" y="596752"/>
                </a:lnTo>
                <a:lnTo>
                  <a:pt x="94660" y="612630"/>
                </a:lnTo>
                <a:lnTo>
                  <a:pt x="81000" y="624773"/>
                </a:lnTo>
                <a:lnTo>
                  <a:pt x="64359" y="632572"/>
                </a:lnTo>
                <a:lnTo>
                  <a:pt x="64158" y="632572"/>
                </a:lnTo>
                <a:lnTo>
                  <a:pt x="45979" y="635252"/>
                </a:lnTo>
                <a:close/>
              </a:path>
              <a:path w="5560059" h="1016635">
                <a:moveTo>
                  <a:pt x="161830" y="1016398"/>
                </a:moveTo>
                <a:lnTo>
                  <a:pt x="132245" y="1016398"/>
                </a:lnTo>
                <a:lnTo>
                  <a:pt x="128266" y="1014535"/>
                </a:lnTo>
                <a:lnTo>
                  <a:pt x="122256" y="1008007"/>
                </a:lnTo>
                <a:lnTo>
                  <a:pt x="120754" y="1003636"/>
                </a:lnTo>
                <a:lnTo>
                  <a:pt x="151450" y="635252"/>
                </a:lnTo>
                <a:lnTo>
                  <a:pt x="179815" y="436668"/>
                </a:lnTo>
                <a:lnTo>
                  <a:pt x="180355" y="433017"/>
                </a:lnTo>
                <a:lnTo>
                  <a:pt x="175209" y="431587"/>
                </a:lnTo>
                <a:lnTo>
                  <a:pt x="381791" y="431587"/>
                </a:lnTo>
                <a:lnTo>
                  <a:pt x="376680" y="433017"/>
                </a:lnTo>
                <a:lnTo>
                  <a:pt x="377186" y="436668"/>
                </a:lnTo>
                <a:lnTo>
                  <a:pt x="405551" y="635252"/>
                </a:lnTo>
                <a:lnTo>
                  <a:pt x="406821" y="650495"/>
                </a:lnTo>
                <a:lnTo>
                  <a:pt x="275991" y="650495"/>
                </a:lnTo>
                <a:lnTo>
                  <a:pt x="223869" y="963323"/>
                </a:lnTo>
                <a:lnTo>
                  <a:pt x="216285" y="984545"/>
                </a:lnTo>
                <a:lnTo>
                  <a:pt x="202253" y="1001358"/>
                </a:lnTo>
                <a:lnTo>
                  <a:pt x="183354" y="1012422"/>
                </a:lnTo>
                <a:lnTo>
                  <a:pt x="161830" y="1016398"/>
                </a:lnTo>
                <a:close/>
              </a:path>
              <a:path w="5560059" h="1016635">
                <a:moveTo>
                  <a:pt x="545597" y="635252"/>
                </a:moveTo>
                <a:lnTo>
                  <a:pt x="510989" y="635252"/>
                </a:lnTo>
                <a:lnTo>
                  <a:pt x="492918" y="632572"/>
                </a:lnTo>
                <a:lnTo>
                  <a:pt x="492657" y="632572"/>
                </a:lnTo>
                <a:lnTo>
                  <a:pt x="476042" y="624773"/>
                </a:lnTo>
                <a:lnTo>
                  <a:pt x="462376" y="612630"/>
                </a:lnTo>
                <a:lnTo>
                  <a:pt x="452590" y="596752"/>
                </a:lnTo>
                <a:lnTo>
                  <a:pt x="381791" y="431587"/>
                </a:lnTo>
                <a:lnTo>
                  <a:pt x="477077" y="431587"/>
                </a:lnTo>
                <a:lnTo>
                  <a:pt x="556969" y="618018"/>
                </a:lnTo>
                <a:lnTo>
                  <a:pt x="556466" y="623657"/>
                </a:lnTo>
                <a:lnTo>
                  <a:pt x="550580" y="632572"/>
                </a:lnTo>
                <a:lnTo>
                  <a:pt x="545597" y="635252"/>
                </a:lnTo>
                <a:close/>
              </a:path>
              <a:path w="5560059" h="1016635">
                <a:moveTo>
                  <a:pt x="424496" y="1016398"/>
                </a:moveTo>
                <a:lnTo>
                  <a:pt x="395830" y="1016398"/>
                </a:lnTo>
                <a:lnTo>
                  <a:pt x="373702" y="1012422"/>
                </a:lnTo>
                <a:lnTo>
                  <a:pt x="354785" y="1001358"/>
                </a:lnTo>
                <a:lnTo>
                  <a:pt x="340749" y="984545"/>
                </a:lnTo>
                <a:lnTo>
                  <a:pt x="333163" y="963323"/>
                </a:lnTo>
                <a:lnTo>
                  <a:pt x="281073" y="650495"/>
                </a:lnTo>
                <a:lnTo>
                  <a:pt x="406821" y="650495"/>
                </a:lnTo>
                <a:lnTo>
                  <a:pt x="436247" y="1003636"/>
                </a:lnTo>
                <a:lnTo>
                  <a:pt x="434744" y="1008007"/>
                </a:lnTo>
                <a:lnTo>
                  <a:pt x="428736" y="1014535"/>
                </a:lnTo>
                <a:lnTo>
                  <a:pt x="424496" y="1016398"/>
                </a:lnTo>
                <a:close/>
              </a:path>
              <a:path w="5560059" h="1016635">
                <a:moveTo>
                  <a:pt x="993156" y="222336"/>
                </a:moveTo>
                <a:lnTo>
                  <a:pt x="956066" y="214848"/>
                </a:lnTo>
                <a:lnTo>
                  <a:pt x="925778" y="194427"/>
                </a:lnTo>
                <a:lnTo>
                  <a:pt x="905357" y="164139"/>
                </a:lnTo>
                <a:lnTo>
                  <a:pt x="897869" y="127049"/>
                </a:lnTo>
                <a:lnTo>
                  <a:pt x="897869" y="95287"/>
                </a:lnTo>
                <a:lnTo>
                  <a:pt x="905357" y="58197"/>
                </a:lnTo>
                <a:lnTo>
                  <a:pt x="925778" y="27909"/>
                </a:lnTo>
                <a:lnTo>
                  <a:pt x="956066" y="7488"/>
                </a:lnTo>
                <a:lnTo>
                  <a:pt x="993156" y="0"/>
                </a:lnTo>
                <a:lnTo>
                  <a:pt x="1030245" y="7488"/>
                </a:lnTo>
                <a:lnTo>
                  <a:pt x="1060533" y="27909"/>
                </a:lnTo>
                <a:lnTo>
                  <a:pt x="1080954" y="58197"/>
                </a:lnTo>
                <a:lnTo>
                  <a:pt x="1088443" y="95287"/>
                </a:lnTo>
                <a:lnTo>
                  <a:pt x="1088443" y="127049"/>
                </a:lnTo>
                <a:lnTo>
                  <a:pt x="1080954" y="164139"/>
                </a:lnTo>
                <a:lnTo>
                  <a:pt x="1060533" y="194427"/>
                </a:lnTo>
                <a:lnTo>
                  <a:pt x="1030245" y="214848"/>
                </a:lnTo>
                <a:lnTo>
                  <a:pt x="993156" y="222336"/>
                </a:lnTo>
                <a:close/>
              </a:path>
              <a:path w="5560059" h="1016635">
                <a:moveTo>
                  <a:pt x="760634" y="635252"/>
                </a:moveTo>
                <a:lnTo>
                  <a:pt x="726029" y="635252"/>
                </a:lnTo>
                <a:lnTo>
                  <a:pt x="721043" y="632572"/>
                </a:lnTo>
                <a:lnTo>
                  <a:pt x="715157" y="623657"/>
                </a:lnTo>
                <a:lnTo>
                  <a:pt x="714654" y="618018"/>
                </a:lnTo>
                <a:lnTo>
                  <a:pt x="802580" y="412912"/>
                </a:lnTo>
                <a:lnTo>
                  <a:pt x="834154" y="333951"/>
                </a:lnTo>
                <a:lnTo>
                  <a:pt x="853422" y="301125"/>
                </a:lnTo>
                <a:lnTo>
                  <a:pt x="880892" y="275937"/>
                </a:lnTo>
                <a:lnTo>
                  <a:pt x="914484" y="259792"/>
                </a:lnTo>
                <a:lnTo>
                  <a:pt x="952118" y="254099"/>
                </a:lnTo>
                <a:lnTo>
                  <a:pt x="1034191" y="254099"/>
                </a:lnTo>
                <a:lnTo>
                  <a:pt x="1105418" y="275937"/>
                </a:lnTo>
                <a:lnTo>
                  <a:pt x="1152158" y="333951"/>
                </a:lnTo>
                <a:lnTo>
                  <a:pt x="1183729" y="412912"/>
                </a:lnTo>
                <a:lnTo>
                  <a:pt x="1191732" y="431587"/>
                </a:lnTo>
                <a:lnTo>
                  <a:pt x="889862" y="431587"/>
                </a:lnTo>
                <a:lnTo>
                  <a:pt x="888436" y="434986"/>
                </a:lnTo>
                <a:lnTo>
                  <a:pt x="819097" y="596752"/>
                </a:lnTo>
                <a:lnTo>
                  <a:pt x="809315" y="612630"/>
                </a:lnTo>
                <a:lnTo>
                  <a:pt x="795655" y="624773"/>
                </a:lnTo>
                <a:lnTo>
                  <a:pt x="779013" y="632572"/>
                </a:lnTo>
                <a:lnTo>
                  <a:pt x="778812" y="632572"/>
                </a:lnTo>
                <a:lnTo>
                  <a:pt x="760634" y="635252"/>
                </a:lnTo>
                <a:close/>
              </a:path>
              <a:path w="5560059" h="1016635">
                <a:moveTo>
                  <a:pt x="876486" y="1016398"/>
                </a:moveTo>
                <a:lnTo>
                  <a:pt x="846900" y="1016398"/>
                </a:lnTo>
                <a:lnTo>
                  <a:pt x="842920" y="1014535"/>
                </a:lnTo>
                <a:lnTo>
                  <a:pt x="836912" y="1008007"/>
                </a:lnTo>
                <a:lnTo>
                  <a:pt x="835410" y="1003636"/>
                </a:lnTo>
                <a:lnTo>
                  <a:pt x="866106" y="635252"/>
                </a:lnTo>
                <a:lnTo>
                  <a:pt x="894471" y="436668"/>
                </a:lnTo>
                <a:lnTo>
                  <a:pt x="895010" y="433017"/>
                </a:lnTo>
                <a:lnTo>
                  <a:pt x="889862" y="431587"/>
                </a:lnTo>
                <a:lnTo>
                  <a:pt x="1096447" y="431587"/>
                </a:lnTo>
                <a:lnTo>
                  <a:pt x="1091332" y="433017"/>
                </a:lnTo>
                <a:lnTo>
                  <a:pt x="1120206" y="635252"/>
                </a:lnTo>
                <a:lnTo>
                  <a:pt x="1121476" y="650495"/>
                </a:lnTo>
                <a:lnTo>
                  <a:pt x="990647" y="650495"/>
                </a:lnTo>
                <a:lnTo>
                  <a:pt x="938524" y="963323"/>
                </a:lnTo>
                <a:lnTo>
                  <a:pt x="930939" y="984545"/>
                </a:lnTo>
                <a:lnTo>
                  <a:pt x="916908" y="1001358"/>
                </a:lnTo>
                <a:lnTo>
                  <a:pt x="898010" y="1012422"/>
                </a:lnTo>
                <a:lnTo>
                  <a:pt x="876486" y="1016398"/>
                </a:lnTo>
                <a:close/>
              </a:path>
              <a:path w="5560059" h="1016635">
                <a:moveTo>
                  <a:pt x="1260249" y="635252"/>
                </a:moveTo>
                <a:lnTo>
                  <a:pt x="1225644" y="635252"/>
                </a:lnTo>
                <a:lnTo>
                  <a:pt x="1207573" y="632572"/>
                </a:lnTo>
                <a:lnTo>
                  <a:pt x="1207312" y="632572"/>
                </a:lnTo>
                <a:lnTo>
                  <a:pt x="1190698" y="624773"/>
                </a:lnTo>
                <a:lnTo>
                  <a:pt x="1177031" y="612630"/>
                </a:lnTo>
                <a:lnTo>
                  <a:pt x="1167246" y="596752"/>
                </a:lnTo>
                <a:lnTo>
                  <a:pt x="1096447" y="431587"/>
                </a:lnTo>
                <a:lnTo>
                  <a:pt x="1191732" y="431587"/>
                </a:lnTo>
                <a:lnTo>
                  <a:pt x="1271624" y="618018"/>
                </a:lnTo>
                <a:lnTo>
                  <a:pt x="1271121" y="623657"/>
                </a:lnTo>
                <a:lnTo>
                  <a:pt x="1265236" y="632572"/>
                </a:lnTo>
                <a:lnTo>
                  <a:pt x="1260249" y="635252"/>
                </a:lnTo>
                <a:close/>
              </a:path>
              <a:path w="5560059" h="1016635">
                <a:moveTo>
                  <a:pt x="1139151" y="1016398"/>
                </a:moveTo>
                <a:lnTo>
                  <a:pt x="1110486" y="1016398"/>
                </a:lnTo>
                <a:lnTo>
                  <a:pt x="1088357" y="1012422"/>
                </a:lnTo>
                <a:lnTo>
                  <a:pt x="1069441" y="1001358"/>
                </a:lnTo>
                <a:lnTo>
                  <a:pt x="1055405" y="984545"/>
                </a:lnTo>
                <a:lnTo>
                  <a:pt x="1047819" y="963323"/>
                </a:lnTo>
                <a:lnTo>
                  <a:pt x="995728" y="650495"/>
                </a:lnTo>
                <a:lnTo>
                  <a:pt x="1121476" y="650495"/>
                </a:lnTo>
                <a:lnTo>
                  <a:pt x="1150902" y="1003636"/>
                </a:lnTo>
                <a:lnTo>
                  <a:pt x="1149399" y="1008007"/>
                </a:lnTo>
                <a:lnTo>
                  <a:pt x="1143389" y="1014535"/>
                </a:lnTo>
                <a:lnTo>
                  <a:pt x="1139151" y="1016398"/>
                </a:lnTo>
                <a:close/>
              </a:path>
              <a:path w="5560059" h="1016635">
                <a:moveTo>
                  <a:pt x="1707811" y="222336"/>
                </a:moveTo>
                <a:lnTo>
                  <a:pt x="1670720" y="214848"/>
                </a:lnTo>
                <a:lnTo>
                  <a:pt x="1640432" y="194427"/>
                </a:lnTo>
                <a:lnTo>
                  <a:pt x="1620010" y="164139"/>
                </a:lnTo>
                <a:lnTo>
                  <a:pt x="1612522" y="127049"/>
                </a:lnTo>
                <a:lnTo>
                  <a:pt x="1612522" y="95287"/>
                </a:lnTo>
                <a:lnTo>
                  <a:pt x="1620010" y="58197"/>
                </a:lnTo>
                <a:lnTo>
                  <a:pt x="1640432" y="27909"/>
                </a:lnTo>
                <a:lnTo>
                  <a:pt x="1670720" y="7488"/>
                </a:lnTo>
                <a:lnTo>
                  <a:pt x="1707811" y="0"/>
                </a:lnTo>
                <a:lnTo>
                  <a:pt x="1744901" y="7488"/>
                </a:lnTo>
                <a:lnTo>
                  <a:pt x="1775189" y="27909"/>
                </a:lnTo>
                <a:lnTo>
                  <a:pt x="1795610" y="58197"/>
                </a:lnTo>
                <a:lnTo>
                  <a:pt x="1803098" y="95287"/>
                </a:lnTo>
                <a:lnTo>
                  <a:pt x="1803098" y="127049"/>
                </a:lnTo>
                <a:lnTo>
                  <a:pt x="1795610" y="164139"/>
                </a:lnTo>
                <a:lnTo>
                  <a:pt x="1775189" y="194427"/>
                </a:lnTo>
                <a:lnTo>
                  <a:pt x="1744901" y="214848"/>
                </a:lnTo>
                <a:lnTo>
                  <a:pt x="1707811" y="222336"/>
                </a:lnTo>
                <a:close/>
              </a:path>
              <a:path w="5560059" h="1016635">
                <a:moveTo>
                  <a:pt x="1475289" y="635252"/>
                </a:moveTo>
                <a:lnTo>
                  <a:pt x="1440682" y="635252"/>
                </a:lnTo>
                <a:lnTo>
                  <a:pt x="1435698" y="632572"/>
                </a:lnTo>
                <a:lnTo>
                  <a:pt x="1429812" y="623657"/>
                </a:lnTo>
                <a:lnTo>
                  <a:pt x="1429310" y="618018"/>
                </a:lnTo>
                <a:lnTo>
                  <a:pt x="1517235" y="412912"/>
                </a:lnTo>
                <a:lnTo>
                  <a:pt x="1548806" y="333951"/>
                </a:lnTo>
                <a:lnTo>
                  <a:pt x="1568075" y="301125"/>
                </a:lnTo>
                <a:lnTo>
                  <a:pt x="1595546" y="275937"/>
                </a:lnTo>
                <a:lnTo>
                  <a:pt x="1629138" y="259792"/>
                </a:lnTo>
                <a:lnTo>
                  <a:pt x="1666773" y="254099"/>
                </a:lnTo>
                <a:lnTo>
                  <a:pt x="1748847" y="254099"/>
                </a:lnTo>
                <a:lnTo>
                  <a:pt x="1820074" y="275937"/>
                </a:lnTo>
                <a:lnTo>
                  <a:pt x="1866813" y="333951"/>
                </a:lnTo>
                <a:lnTo>
                  <a:pt x="1898385" y="412912"/>
                </a:lnTo>
                <a:lnTo>
                  <a:pt x="1906387" y="431587"/>
                </a:lnTo>
                <a:lnTo>
                  <a:pt x="1604518" y="431587"/>
                </a:lnTo>
                <a:lnTo>
                  <a:pt x="1603088" y="434986"/>
                </a:lnTo>
                <a:lnTo>
                  <a:pt x="1533752" y="596752"/>
                </a:lnTo>
                <a:lnTo>
                  <a:pt x="1523970" y="612630"/>
                </a:lnTo>
                <a:lnTo>
                  <a:pt x="1510310" y="624773"/>
                </a:lnTo>
                <a:lnTo>
                  <a:pt x="1493669" y="632572"/>
                </a:lnTo>
                <a:lnTo>
                  <a:pt x="1493468" y="632572"/>
                </a:lnTo>
                <a:lnTo>
                  <a:pt x="1475289" y="635252"/>
                </a:lnTo>
                <a:close/>
              </a:path>
              <a:path w="5560059" h="1016635">
                <a:moveTo>
                  <a:pt x="1591139" y="1016398"/>
                </a:moveTo>
                <a:lnTo>
                  <a:pt x="1561556" y="1016398"/>
                </a:lnTo>
                <a:lnTo>
                  <a:pt x="1557575" y="1014535"/>
                </a:lnTo>
                <a:lnTo>
                  <a:pt x="1551565" y="1008007"/>
                </a:lnTo>
                <a:lnTo>
                  <a:pt x="1550062" y="1003636"/>
                </a:lnTo>
                <a:lnTo>
                  <a:pt x="1580758" y="635252"/>
                </a:lnTo>
                <a:lnTo>
                  <a:pt x="1609123" y="436668"/>
                </a:lnTo>
                <a:lnTo>
                  <a:pt x="1609663" y="433017"/>
                </a:lnTo>
                <a:lnTo>
                  <a:pt x="1604518" y="431587"/>
                </a:lnTo>
                <a:lnTo>
                  <a:pt x="1811102" y="431587"/>
                </a:lnTo>
                <a:lnTo>
                  <a:pt x="1805987" y="433017"/>
                </a:lnTo>
                <a:lnTo>
                  <a:pt x="1834861" y="635252"/>
                </a:lnTo>
                <a:lnTo>
                  <a:pt x="1836132" y="650495"/>
                </a:lnTo>
                <a:lnTo>
                  <a:pt x="1705300" y="650495"/>
                </a:lnTo>
                <a:lnTo>
                  <a:pt x="1653179" y="963323"/>
                </a:lnTo>
                <a:lnTo>
                  <a:pt x="1645595" y="984545"/>
                </a:lnTo>
                <a:lnTo>
                  <a:pt x="1631563" y="1001358"/>
                </a:lnTo>
                <a:lnTo>
                  <a:pt x="1612664" y="1012422"/>
                </a:lnTo>
                <a:lnTo>
                  <a:pt x="1591139" y="1016398"/>
                </a:lnTo>
                <a:close/>
              </a:path>
              <a:path w="5560059" h="1016635">
                <a:moveTo>
                  <a:pt x="1974905" y="635252"/>
                </a:moveTo>
                <a:lnTo>
                  <a:pt x="1940300" y="635252"/>
                </a:lnTo>
                <a:lnTo>
                  <a:pt x="1922227" y="632572"/>
                </a:lnTo>
                <a:lnTo>
                  <a:pt x="1921967" y="632572"/>
                </a:lnTo>
                <a:lnTo>
                  <a:pt x="1905352" y="624773"/>
                </a:lnTo>
                <a:lnTo>
                  <a:pt x="1891686" y="612630"/>
                </a:lnTo>
                <a:lnTo>
                  <a:pt x="1881901" y="596752"/>
                </a:lnTo>
                <a:lnTo>
                  <a:pt x="1811102" y="431587"/>
                </a:lnTo>
                <a:lnTo>
                  <a:pt x="1906387" y="431587"/>
                </a:lnTo>
                <a:lnTo>
                  <a:pt x="1986280" y="618018"/>
                </a:lnTo>
                <a:lnTo>
                  <a:pt x="1985774" y="623657"/>
                </a:lnTo>
                <a:lnTo>
                  <a:pt x="1979891" y="632572"/>
                </a:lnTo>
                <a:lnTo>
                  <a:pt x="1974905" y="635252"/>
                </a:lnTo>
                <a:close/>
              </a:path>
              <a:path w="5560059" h="1016635">
                <a:moveTo>
                  <a:pt x="1853804" y="1016398"/>
                </a:moveTo>
                <a:lnTo>
                  <a:pt x="1825141" y="1016398"/>
                </a:lnTo>
                <a:lnTo>
                  <a:pt x="1803011" y="1012422"/>
                </a:lnTo>
                <a:lnTo>
                  <a:pt x="1784095" y="1001358"/>
                </a:lnTo>
                <a:lnTo>
                  <a:pt x="1770060" y="984545"/>
                </a:lnTo>
                <a:lnTo>
                  <a:pt x="1762474" y="963323"/>
                </a:lnTo>
                <a:lnTo>
                  <a:pt x="1710384" y="650495"/>
                </a:lnTo>
                <a:lnTo>
                  <a:pt x="1836132" y="650495"/>
                </a:lnTo>
                <a:lnTo>
                  <a:pt x="1865558" y="1003636"/>
                </a:lnTo>
                <a:lnTo>
                  <a:pt x="1864055" y="1008007"/>
                </a:lnTo>
                <a:lnTo>
                  <a:pt x="1858044" y="1014535"/>
                </a:lnTo>
                <a:lnTo>
                  <a:pt x="1853804" y="1016398"/>
                </a:lnTo>
                <a:close/>
              </a:path>
              <a:path w="5560059" h="1016635">
                <a:moveTo>
                  <a:pt x="2422464" y="222336"/>
                </a:moveTo>
                <a:lnTo>
                  <a:pt x="2385375" y="214848"/>
                </a:lnTo>
                <a:lnTo>
                  <a:pt x="2355087" y="194427"/>
                </a:lnTo>
                <a:lnTo>
                  <a:pt x="2334666" y="164139"/>
                </a:lnTo>
                <a:lnTo>
                  <a:pt x="2327177" y="127049"/>
                </a:lnTo>
                <a:lnTo>
                  <a:pt x="2327177" y="95287"/>
                </a:lnTo>
                <a:lnTo>
                  <a:pt x="2334666" y="58197"/>
                </a:lnTo>
                <a:lnTo>
                  <a:pt x="2355087" y="27909"/>
                </a:lnTo>
                <a:lnTo>
                  <a:pt x="2385375" y="7488"/>
                </a:lnTo>
                <a:lnTo>
                  <a:pt x="2422464" y="0"/>
                </a:lnTo>
                <a:lnTo>
                  <a:pt x="2459554" y="7488"/>
                </a:lnTo>
                <a:lnTo>
                  <a:pt x="2489842" y="27909"/>
                </a:lnTo>
                <a:lnTo>
                  <a:pt x="2510262" y="58197"/>
                </a:lnTo>
                <a:lnTo>
                  <a:pt x="2517750" y="95287"/>
                </a:lnTo>
                <a:lnTo>
                  <a:pt x="2517750" y="127049"/>
                </a:lnTo>
                <a:lnTo>
                  <a:pt x="2510262" y="164139"/>
                </a:lnTo>
                <a:lnTo>
                  <a:pt x="2489842" y="194427"/>
                </a:lnTo>
                <a:lnTo>
                  <a:pt x="2459554" y="214848"/>
                </a:lnTo>
                <a:lnTo>
                  <a:pt x="2422464" y="222336"/>
                </a:lnTo>
                <a:close/>
              </a:path>
              <a:path w="5560059" h="1016635">
                <a:moveTo>
                  <a:pt x="2189942" y="635252"/>
                </a:moveTo>
                <a:lnTo>
                  <a:pt x="2155337" y="635252"/>
                </a:lnTo>
                <a:lnTo>
                  <a:pt x="2150351" y="632572"/>
                </a:lnTo>
                <a:lnTo>
                  <a:pt x="2144468" y="623657"/>
                </a:lnTo>
                <a:lnTo>
                  <a:pt x="2143962" y="618018"/>
                </a:lnTo>
                <a:lnTo>
                  <a:pt x="2231891" y="412912"/>
                </a:lnTo>
                <a:lnTo>
                  <a:pt x="2263462" y="333951"/>
                </a:lnTo>
                <a:lnTo>
                  <a:pt x="2282731" y="301125"/>
                </a:lnTo>
                <a:lnTo>
                  <a:pt x="2310201" y="275937"/>
                </a:lnTo>
                <a:lnTo>
                  <a:pt x="2343794" y="259792"/>
                </a:lnTo>
                <a:lnTo>
                  <a:pt x="2381429" y="254099"/>
                </a:lnTo>
                <a:lnTo>
                  <a:pt x="2463502" y="254099"/>
                </a:lnTo>
                <a:lnTo>
                  <a:pt x="2534728" y="275937"/>
                </a:lnTo>
                <a:lnTo>
                  <a:pt x="2581466" y="333951"/>
                </a:lnTo>
                <a:lnTo>
                  <a:pt x="2613040" y="412912"/>
                </a:lnTo>
                <a:lnTo>
                  <a:pt x="2621043" y="431587"/>
                </a:lnTo>
                <a:lnTo>
                  <a:pt x="2319173" y="431587"/>
                </a:lnTo>
                <a:lnTo>
                  <a:pt x="2317744" y="434986"/>
                </a:lnTo>
                <a:lnTo>
                  <a:pt x="2248408" y="596752"/>
                </a:lnTo>
                <a:lnTo>
                  <a:pt x="2238624" y="612630"/>
                </a:lnTo>
                <a:lnTo>
                  <a:pt x="2224964" y="624773"/>
                </a:lnTo>
                <a:lnTo>
                  <a:pt x="2208322" y="632572"/>
                </a:lnTo>
                <a:lnTo>
                  <a:pt x="2208121" y="632572"/>
                </a:lnTo>
                <a:lnTo>
                  <a:pt x="2189942" y="635252"/>
                </a:lnTo>
                <a:close/>
              </a:path>
              <a:path w="5560059" h="1016635">
                <a:moveTo>
                  <a:pt x="2305794" y="1016398"/>
                </a:moveTo>
                <a:lnTo>
                  <a:pt x="2276208" y="1016398"/>
                </a:lnTo>
                <a:lnTo>
                  <a:pt x="2272231" y="1014535"/>
                </a:lnTo>
                <a:lnTo>
                  <a:pt x="2266220" y="1008007"/>
                </a:lnTo>
                <a:lnTo>
                  <a:pt x="2264718" y="1003636"/>
                </a:lnTo>
                <a:lnTo>
                  <a:pt x="2295414" y="635252"/>
                </a:lnTo>
                <a:lnTo>
                  <a:pt x="2323779" y="436668"/>
                </a:lnTo>
                <a:lnTo>
                  <a:pt x="2324318" y="433017"/>
                </a:lnTo>
                <a:lnTo>
                  <a:pt x="2319173" y="431587"/>
                </a:lnTo>
                <a:lnTo>
                  <a:pt x="2525757" y="431587"/>
                </a:lnTo>
                <a:lnTo>
                  <a:pt x="2520643" y="433017"/>
                </a:lnTo>
                <a:lnTo>
                  <a:pt x="2549514" y="635252"/>
                </a:lnTo>
                <a:lnTo>
                  <a:pt x="2550784" y="650495"/>
                </a:lnTo>
                <a:lnTo>
                  <a:pt x="2419955" y="650495"/>
                </a:lnTo>
                <a:lnTo>
                  <a:pt x="2367834" y="963323"/>
                </a:lnTo>
                <a:lnTo>
                  <a:pt x="2360250" y="984545"/>
                </a:lnTo>
                <a:lnTo>
                  <a:pt x="2346217" y="1001358"/>
                </a:lnTo>
                <a:lnTo>
                  <a:pt x="2327318" y="1012422"/>
                </a:lnTo>
                <a:lnTo>
                  <a:pt x="2305794" y="1016398"/>
                </a:lnTo>
                <a:close/>
              </a:path>
              <a:path w="5560059" h="1016635">
                <a:moveTo>
                  <a:pt x="2689560" y="635252"/>
                </a:moveTo>
                <a:lnTo>
                  <a:pt x="2654955" y="635252"/>
                </a:lnTo>
                <a:lnTo>
                  <a:pt x="2636883" y="632572"/>
                </a:lnTo>
                <a:lnTo>
                  <a:pt x="2636622" y="632572"/>
                </a:lnTo>
                <a:lnTo>
                  <a:pt x="2620007" y="624773"/>
                </a:lnTo>
                <a:lnTo>
                  <a:pt x="2606341" y="612630"/>
                </a:lnTo>
                <a:lnTo>
                  <a:pt x="2596553" y="596752"/>
                </a:lnTo>
                <a:lnTo>
                  <a:pt x="2525757" y="431587"/>
                </a:lnTo>
                <a:lnTo>
                  <a:pt x="2621043" y="431587"/>
                </a:lnTo>
                <a:lnTo>
                  <a:pt x="2700935" y="618018"/>
                </a:lnTo>
                <a:lnTo>
                  <a:pt x="2700429" y="623657"/>
                </a:lnTo>
                <a:lnTo>
                  <a:pt x="2694547" y="632572"/>
                </a:lnTo>
                <a:lnTo>
                  <a:pt x="2689560" y="635252"/>
                </a:lnTo>
                <a:close/>
              </a:path>
              <a:path w="5560059" h="1016635">
                <a:moveTo>
                  <a:pt x="2568459" y="1016398"/>
                </a:moveTo>
                <a:lnTo>
                  <a:pt x="2539794" y="1016398"/>
                </a:lnTo>
                <a:lnTo>
                  <a:pt x="2517665" y="1012422"/>
                </a:lnTo>
                <a:lnTo>
                  <a:pt x="2498748" y="1001358"/>
                </a:lnTo>
                <a:lnTo>
                  <a:pt x="2484713" y="984545"/>
                </a:lnTo>
                <a:lnTo>
                  <a:pt x="2477127" y="963323"/>
                </a:lnTo>
                <a:lnTo>
                  <a:pt x="2425036" y="650495"/>
                </a:lnTo>
                <a:lnTo>
                  <a:pt x="2550784" y="650495"/>
                </a:lnTo>
                <a:lnTo>
                  <a:pt x="2580210" y="1003636"/>
                </a:lnTo>
                <a:lnTo>
                  <a:pt x="2578707" y="1008007"/>
                </a:lnTo>
                <a:lnTo>
                  <a:pt x="2572700" y="1014535"/>
                </a:lnTo>
                <a:lnTo>
                  <a:pt x="2568459" y="1016398"/>
                </a:lnTo>
                <a:close/>
              </a:path>
              <a:path w="5560059" h="1016635">
                <a:moveTo>
                  <a:pt x="3137125" y="222336"/>
                </a:moveTo>
                <a:lnTo>
                  <a:pt x="3100031" y="214848"/>
                </a:lnTo>
                <a:lnTo>
                  <a:pt x="3069745" y="194427"/>
                </a:lnTo>
                <a:lnTo>
                  <a:pt x="3049330" y="164139"/>
                </a:lnTo>
                <a:lnTo>
                  <a:pt x="3041845" y="127049"/>
                </a:lnTo>
                <a:lnTo>
                  <a:pt x="3041845" y="95287"/>
                </a:lnTo>
                <a:lnTo>
                  <a:pt x="3049330" y="58197"/>
                </a:lnTo>
                <a:lnTo>
                  <a:pt x="3069745" y="27909"/>
                </a:lnTo>
                <a:lnTo>
                  <a:pt x="3100031" y="7488"/>
                </a:lnTo>
                <a:lnTo>
                  <a:pt x="3137125" y="0"/>
                </a:lnTo>
                <a:lnTo>
                  <a:pt x="3174207" y="7488"/>
                </a:lnTo>
                <a:lnTo>
                  <a:pt x="3204494" y="27909"/>
                </a:lnTo>
                <a:lnTo>
                  <a:pt x="3224916" y="58197"/>
                </a:lnTo>
                <a:lnTo>
                  <a:pt x="3232406" y="95287"/>
                </a:lnTo>
                <a:lnTo>
                  <a:pt x="3232406" y="127049"/>
                </a:lnTo>
                <a:lnTo>
                  <a:pt x="3224916" y="164139"/>
                </a:lnTo>
                <a:lnTo>
                  <a:pt x="3204494" y="194427"/>
                </a:lnTo>
                <a:lnTo>
                  <a:pt x="3174207" y="214848"/>
                </a:lnTo>
                <a:lnTo>
                  <a:pt x="3137125" y="222336"/>
                </a:lnTo>
                <a:close/>
              </a:path>
              <a:path w="5560059" h="1016635">
                <a:moveTo>
                  <a:pt x="2904597" y="635252"/>
                </a:moveTo>
                <a:lnTo>
                  <a:pt x="2869992" y="635252"/>
                </a:lnTo>
                <a:lnTo>
                  <a:pt x="2865006" y="632572"/>
                </a:lnTo>
                <a:lnTo>
                  <a:pt x="2859123" y="623657"/>
                </a:lnTo>
                <a:lnTo>
                  <a:pt x="2858617" y="618018"/>
                </a:lnTo>
                <a:lnTo>
                  <a:pt x="2946543" y="412912"/>
                </a:lnTo>
                <a:lnTo>
                  <a:pt x="2978117" y="333951"/>
                </a:lnTo>
                <a:lnTo>
                  <a:pt x="2997384" y="301125"/>
                </a:lnTo>
                <a:lnTo>
                  <a:pt x="3024853" y="275937"/>
                </a:lnTo>
                <a:lnTo>
                  <a:pt x="3058441" y="259792"/>
                </a:lnTo>
                <a:lnTo>
                  <a:pt x="3096069" y="254099"/>
                </a:lnTo>
                <a:lnTo>
                  <a:pt x="3178151" y="254099"/>
                </a:lnTo>
                <a:lnTo>
                  <a:pt x="3249383" y="275937"/>
                </a:lnTo>
                <a:lnTo>
                  <a:pt x="3296109" y="333951"/>
                </a:lnTo>
                <a:lnTo>
                  <a:pt x="3327686" y="412912"/>
                </a:lnTo>
                <a:lnTo>
                  <a:pt x="3335690" y="431587"/>
                </a:lnTo>
                <a:lnTo>
                  <a:pt x="3033829" y="431587"/>
                </a:lnTo>
                <a:lnTo>
                  <a:pt x="3032399" y="434986"/>
                </a:lnTo>
                <a:lnTo>
                  <a:pt x="2963060" y="596752"/>
                </a:lnTo>
                <a:lnTo>
                  <a:pt x="2953278" y="612630"/>
                </a:lnTo>
                <a:lnTo>
                  <a:pt x="2939618" y="624773"/>
                </a:lnTo>
                <a:lnTo>
                  <a:pt x="2922976" y="632572"/>
                </a:lnTo>
                <a:lnTo>
                  <a:pt x="2922775" y="632572"/>
                </a:lnTo>
                <a:lnTo>
                  <a:pt x="2904597" y="635252"/>
                </a:lnTo>
                <a:close/>
              </a:path>
              <a:path w="5560059" h="1016635">
                <a:moveTo>
                  <a:pt x="3020450" y="1016398"/>
                </a:moveTo>
                <a:lnTo>
                  <a:pt x="2990863" y="1016398"/>
                </a:lnTo>
                <a:lnTo>
                  <a:pt x="2986883" y="1014535"/>
                </a:lnTo>
                <a:lnTo>
                  <a:pt x="2980876" y="1008007"/>
                </a:lnTo>
                <a:lnTo>
                  <a:pt x="2979373" y="1003636"/>
                </a:lnTo>
                <a:lnTo>
                  <a:pt x="3010069" y="635252"/>
                </a:lnTo>
                <a:lnTo>
                  <a:pt x="3038434" y="436668"/>
                </a:lnTo>
                <a:lnTo>
                  <a:pt x="3038980" y="433017"/>
                </a:lnTo>
                <a:lnTo>
                  <a:pt x="3033829" y="431587"/>
                </a:lnTo>
                <a:lnTo>
                  <a:pt x="3240422" y="431587"/>
                </a:lnTo>
                <a:lnTo>
                  <a:pt x="3235301" y="433017"/>
                </a:lnTo>
                <a:lnTo>
                  <a:pt x="3264166" y="635252"/>
                </a:lnTo>
                <a:lnTo>
                  <a:pt x="3265436" y="650495"/>
                </a:lnTo>
                <a:lnTo>
                  <a:pt x="3134595" y="650495"/>
                </a:lnTo>
                <a:lnTo>
                  <a:pt x="3134016" y="654052"/>
                </a:lnTo>
                <a:lnTo>
                  <a:pt x="3082475" y="963323"/>
                </a:lnTo>
                <a:lnTo>
                  <a:pt x="3074903" y="984545"/>
                </a:lnTo>
                <a:lnTo>
                  <a:pt x="3060877" y="1001358"/>
                </a:lnTo>
                <a:lnTo>
                  <a:pt x="3041979" y="1012422"/>
                </a:lnTo>
                <a:lnTo>
                  <a:pt x="3020450" y="1016398"/>
                </a:lnTo>
                <a:close/>
              </a:path>
              <a:path w="5560059" h="1016635">
                <a:moveTo>
                  <a:pt x="3404222" y="635252"/>
                </a:moveTo>
                <a:lnTo>
                  <a:pt x="3369617" y="635252"/>
                </a:lnTo>
                <a:lnTo>
                  <a:pt x="3351538" y="632572"/>
                </a:lnTo>
                <a:lnTo>
                  <a:pt x="3351278" y="632572"/>
                </a:lnTo>
                <a:lnTo>
                  <a:pt x="3334661" y="624773"/>
                </a:lnTo>
                <a:lnTo>
                  <a:pt x="3320991" y="612630"/>
                </a:lnTo>
                <a:lnTo>
                  <a:pt x="3311197" y="596752"/>
                </a:lnTo>
                <a:lnTo>
                  <a:pt x="3240422" y="431587"/>
                </a:lnTo>
                <a:lnTo>
                  <a:pt x="3335690" y="431587"/>
                </a:lnTo>
                <a:lnTo>
                  <a:pt x="3415591" y="618018"/>
                </a:lnTo>
                <a:lnTo>
                  <a:pt x="3415072" y="623657"/>
                </a:lnTo>
                <a:lnTo>
                  <a:pt x="3412146" y="628116"/>
                </a:lnTo>
                <a:lnTo>
                  <a:pt x="3409190" y="632572"/>
                </a:lnTo>
                <a:lnTo>
                  <a:pt x="3404222" y="635252"/>
                </a:lnTo>
                <a:close/>
              </a:path>
              <a:path w="5560059" h="1016635">
                <a:moveTo>
                  <a:pt x="3283118" y="1016398"/>
                </a:moveTo>
                <a:lnTo>
                  <a:pt x="3254443" y="1016398"/>
                </a:lnTo>
                <a:lnTo>
                  <a:pt x="3232313" y="1012422"/>
                </a:lnTo>
                <a:lnTo>
                  <a:pt x="3213400" y="1001358"/>
                </a:lnTo>
                <a:lnTo>
                  <a:pt x="3199366" y="984545"/>
                </a:lnTo>
                <a:lnTo>
                  <a:pt x="3191776" y="963323"/>
                </a:lnTo>
                <a:lnTo>
                  <a:pt x="3140295" y="654052"/>
                </a:lnTo>
                <a:lnTo>
                  <a:pt x="3139686" y="650495"/>
                </a:lnTo>
                <a:lnTo>
                  <a:pt x="3265436" y="650495"/>
                </a:lnTo>
                <a:lnTo>
                  <a:pt x="3294859" y="1003636"/>
                </a:lnTo>
                <a:lnTo>
                  <a:pt x="3293366" y="1008007"/>
                </a:lnTo>
                <a:lnTo>
                  <a:pt x="3287361" y="1014535"/>
                </a:lnTo>
                <a:lnTo>
                  <a:pt x="3283118" y="1016398"/>
                </a:lnTo>
                <a:close/>
              </a:path>
              <a:path w="5560059" h="1016635">
                <a:moveTo>
                  <a:pt x="3851759" y="222336"/>
                </a:moveTo>
                <a:lnTo>
                  <a:pt x="3814678" y="214848"/>
                </a:lnTo>
                <a:lnTo>
                  <a:pt x="3784391" y="194427"/>
                </a:lnTo>
                <a:lnTo>
                  <a:pt x="3763968" y="164139"/>
                </a:lnTo>
                <a:lnTo>
                  <a:pt x="3756479" y="127049"/>
                </a:lnTo>
                <a:lnTo>
                  <a:pt x="3756479" y="95287"/>
                </a:lnTo>
                <a:lnTo>
                  <a:pt x="3763968" y="58197"/>
                </a:lnTo>
                <a:lnTo>
                  <a:pt x="3784391" y="27909"/>
                </a:lnTo>
                <a:lnTo>
                  <a:pt x="3814678" y="7488"/>
                </a:lnTo>
                <a:lnTo>
                  <a:pt x="3851759" y="0"/>
                </a:lnTo>
                <a:lnTo>
                  <a:pt x="3888859" y="7488"/>
                </a:lnTo>
                <a:lnTo>
                  <a:pt x="3919155" y="27909"/>
                </a:lnTo>
                <a:lnTo>
                  <a:pt x="3939580" y="58197"/>
                </a:lnTo>
                <a:lnTo>
                  <a:pt x="3947070" y="95287"/>
                </a:lnTo>
                <a:lnTo>
                  <a:pt x="3947070" y="127049"/>
                </a:lnTo>
                <a:lnTo>
                  <a:pt x="3939580" y="164139"/>
                </a:lnTo>
                <a:lnTo>
                  <a:pt x="3919155" y="194427"/>
                </a:lnTo>
                <a:lnTo>
                  <a:pt x="3888859" y="214848"/>
                </a:lnTo>
                <a:lnTo>
                  <a:pt x="3851759" y="222336"/>
                </a:lnTo>
                <a:close/>
              </a:path>
              <a:path w="5560059" h="1016635">
                <a:moveTo>
                  <a:pt x="3619237" y="635252"/>
                </a:moveTo>
                <a:lnTo>
                  <a:pt x="3584633" y="635252"/>
                </a:lnTo>
                <a:lnTo>
                  <a:pt x="3579664" y="632572"/>
                </a:lnTo>
                <a:lnTo>
                  <a:pt x="3576708" y="628116"/>
                </a:lnTo>
                <a:lnTo>
                  <a:pt x="3573782" y="623657"/>
                </a:lnTo>
                <a:lnTo>
                  <a:pt x="3573264" y="618018"/>
                </a:lnTo>
                <a:lnTo>
                  <a:pt x="3661198" y="412912"/>
                </a:lnTo>
                <a:lnTo>
                  <a:pt x="3692776" y="333951"/>
                </a:lnTo>
                <a:lnTo>
                  <a:pt x="3712042" y="301125"/>
                </a:lnTo>
                <a:lnTo>
                  <a:pt x="3739513" y="275937"/>
                </a:lnTo>
                <a:lnTo>
                  <a:pt x="3773104" y="259792"/>
                </a:lnTo>
                <a:lnTo>
                  <a:pt x="3810733" y="254099"/>
                </a:lnTo>
                <a:lnTo>
                  <a:pt x="3892816" y="254099"/>
                </a:lnTo>
                <a:lnTo>
                  <a:pt x="3964036" y="275937"/>
                </a:lnTo>
                <a:lnTo>
                  <a:pt x="4010774" y="333951"/>
                </a:lnTo>
                <a:lnTo>
                  <a:pt x="4042351" y="412912"/>
                </a:lnTo>
                <a:lnTo>
                  <a:pt x="4050355" y="431587"/>
                </a:lnTo>
                <a:lnTo>
                  <a:pt x="3748493" y="431587"/>
                </a:lnTo>
                <a:lnTo>
                  <a:pt x="3747061" y="434986"/>
                </a:lnTo>
                <a:lnTo>
                  <a:pt x="3677719" y="596752"/>
                </a:lnTo>
                <a:lnTo>
                  <a:pt x="3667933" y="612630"/>
                </a:lnTo>
                <a:lnTo>
                  <a:pt x="3654272" y="624773"/>
                </a:lnTo>
                <a:lnTo>
                  <a:pt x="3637627" y="632572"/>
                </a:lnTo>
                <a:lnTo>
                  <a:pt x="3637426" y="632572"/>
                </a:lnTo>
                <a:lnTo>
                  <a:pt x="3619237" y="635252"/>
                </a:lnTo>
                <a:close/>
              </a:path>
              <a:path w="5560059" h="1016635">
                <a:moveTo>
                  <a:pt x="3735102" y="1016398"/>
                </a:moveTo>
                <a:lnTo>
                  <a:pt x="3705508" y="1016398"/>
                </a:lnTo>
                <a:lnTo>
                  <a:pt x="3701554" y="1014535"/>
                </a:lnTo>
                <a:lnTo>
                  <a:pt x="3695519" y="1008007"/>
                </a:lnTo>
                <a:lnTo>
                  <a:pt x="3694025" y="1003636"/>
                </a:lnTo>
                <a:lnTo>
                  <a:pt x="3724719" y="635252"/>
                </a:lnTo>
                <a:lnTo>
                  <a:pt x="3753614" y="433017"/>
                </a:lnTo>
                <a:lnTo>
                  <a:pt x="3748493" y="431587"/>
                </a:lnTo>
                <a:lnTo>
                  <a:pt x="3955056" y="431587"/>
                </a:lnTo>
                <a:lnTo>
                  <a:pt x="3949966" y="433017"/>
                </a:lnTo>
                <a:lnTo>
                  <a:pt x="3950454" y="436668"/>
                </a:lnTo>
                <a:lnTo>
                  <a:pt x="3978831" y="635252"/>
                </a:lnTo>
                <a:lnTo>
                  <a:pt x="3980101" y="650495"/>
                </a:lnTo>
                <a:lnTo>
                  <a:pt x="3849260" y="650495"/>
                </a:lnTo>
                <a:lnTo>
                  <a:pt x="3848650" y="654052"/>
                </a:lnTo>
                <a:lnTo>
                  <a:pt x="3797139" y="963323"/>
                </a:lnTo>
                <a:lnTo>
                  <a:pt x="3789550" y="984545"/>
                </a:lnTo>
                <a:lnTo>
                  <a:pt x="3775518" y="1001358"/>
                </a:lnTo>
                <a:lnTo>
                  <a:pt x="3756621" y="1012422"/>
                </a:lnTo>
                <a:lnTo>
                  <a:pt x="3735102" y="1016398"/>
                </a:lnTo>
                <a:close/>
              </a:path>
              <a:path w="5560059" h="1016635">
                <a:moveTo>
                  <a:pt x="4118856" y="635252"/>
                </a:moveTo>
                <a:lnTo>
                  <a:pt x="4084251" y="635252"/>
                </a:lnTo>
                <a:lnTo>
                  <a:pt x="4066190" y="632572"/>
                </a:lnTo>
                <a:lnTo>
                  <a:pt x="4065929" y="632572"/>
                </a:lnTo>
                <a:lnTo>
                  <a:pt x="4049322" y="624773"/>
                </a:lnTo>
                <a:lnTo>
                  <a:pt x="4035655" y="612630"/>
                </a:lnTo>
                <a:lnTo>
                  <a:pt x="4025861" y="596752"/>
                </a:lnTo>
                <a:lnTo>
                  <a:pt x="3955056" y="431587"/>
                </a:lnTo>
                <a:lnTo>
                  <a:pt x="4050355" y="431587"/>
                </a:lnTo>
                <a:lnTo>
                  <a:pt x="4130255" y="618018"/>
                </a:lnTo>
                <a:lnTo>
                  <a:pt x="4129737" y="623657"/>
                </a:lnTo>
                <a:lnTo>
                  <a:pt x="4126811" y="628116"/>
                </a:lnTo>
                <a:lnTo>
                  <a:pt x="4123854" y="632572"/>
                </a:lnTo>
                <a:lnTo>
                  <a:pt x="4118856" y="635252"/>
                </a:lnTo>
                <a:close/>
              </a:path>
              <a:path w="5560059" h="1016635">
                <a:moveTo>
                  <a:pt x="3997782" y="1016398"/>
                </a:moveTo>
                <a:lnTo>
                  <a:pt x="3969107" y="1016398"/>
                </a:lnTo>
                <a:lnTo>
                  <a:pt x="3946974" y="1012422"/>
                </a:lnTo>
                <a:lnTo>
                  <a:pt x="3928053" y="1001358"/>
                </a:lnTo>
                <a:lnTo>
                  <a:pt x="3914018" y="984545"/>
                </a:lnTo>
                <a:lnTo>
                  <a:pt x="3906441" y="963323"/>
                </a:lnTo>
                <a:lnTo>
                  <a:pt x="3854960" y="654052"/>
                </a:lnTo>
                <a:lnTo>
                  <a:pt x="3854350" y="650495"/>
                </a:lnTo>
                <a:lnTo>
                  <a:pt x="3980101" y="650495"/>
                </a:lnTo>
                <a:lnTo>
                  <a:pt x="4009524" y="1003636"/>
                </a:lnTo>
                <a:lnTo>
                  <a:pt x="4008030" y="1008007"/>
                </a:lnTo>
                <a:lnTo>
                  <a:pt x="4001995" y="1014535"/>
                </a:lnTo>
                <a:lnTo>
                  <a:pt x="3997782" y="1016398"/>
                </a:lnTo>
                <a:close/>
              </a:path>
              <a:path w="5560059" h="1016635">
                <a:moveTo>
                  <a:pt x="4566424" y="222336"/>
                </a:moveTo>
                <a:lnTo>
                  <a:pt x="4529342" y="214848"/>
                </a:lnTo>
                <a:lnTo>
                  <a:pt x="4499056" y="194427"/>
                </a:lnTo>
                <a:lnTo>
                  <a:pt x="4478633" y="164139"/>
                </a:lnTo>
                <a:lnTo>
                  <a:pt x="4471144" y="127049"/>
                </a:lnTo>
                <a:lnTo>
                  <a:pt x="4471144" y="95287"/>
                </a:lnTo>
                <a:lnTo>
                  <a:pt x="4478633" y="58197"/>
                </a:lnTo>
                <a:lnTo>
                  <a:pt x="4499056" y="27909"/>
                </a:lnTo>
                <a:lnTo>
                  <a:pt x="4529342" y="7488"/>
                </a:lnTo>
                <a:lnTo>
                  <a:pt x="4566424" y="0"/>
                </a:lnTo>
                <a:lnTo>
                  <a:pt x="4603519" y="7488"/>
                </a:lnTo>
                <a:lnTo>
                  <a:pt x="4633804" y="27909"/>
                </a:lnTo>
                <a:lnTo>
                  <a:pt x="4654219" y="58197"/>
                </a:lnTo>
                <a:lnTo>
                  <a:pt x="4661704" y="95287"/>
                </a:lnTo>
                <a:lnTo>
                  <a:pt x="4661704" y="127049"/>
                </a:lnTo>
                <a:lnTo>
                  <a:pt x="4654219" y="164139"/>
                </a:lnTo>
                <a:lnTo>
                  <a:pt x="4633804" y="194427"/>
                </a:lnTo>
                <a:lnTo>
                  <a:pt x="4603519" y="214848"/>
                </a:lnTo>
                <a:lnTo>
                  <a:pt x="4566424" y="222336"/>
                </a:lnTo>
                <a:close/>
              </a:path>
              <a:path w="5560059" h="1016635">
                <a:moveTo>
                  <a:pt x="4333902" y="635252"/>
                </a:moveTo>
                <a:lnTo>
                  <a:pt x="4299297" y="635252"/>
                </a:lnTo>
                <a:lnTo>
                  <a:pt x="4294329" y="632572"/>
                </a:lnTo>
                <a:lnTo>
                  <a:pt x="4291372" y="628116"/>
                </a:lnTo>
                <a:lnTo>
                  <a:pt x="4288446" y="623657"/>
                </a:lnTo>
                <a:lnTo>
                  <a:pt x="4287928" y="618018"/>
                </a:lnTo>
                <a:lnTo>
                  <a:pt x="4375863" y="412912"/>
                </a:lnTo>
                <a:lnTo>
                  <a:pt x="4407440" y="333951"/>
                </a:lnTo>
                <a:lnTo>
                  <a:pt x="4426703" y="301125"/>
                </a:lnTo>
                <a:lnTo>
                  <a:pt x="4454166" y="275937"/>
                </a:lnTo>
                <a:lnTo>
                  <a:pt x="4487756" y="259792"/>
                </a:lnTo>
                <a:lnTo>
                  <a:pt x="4525398" y="254099"/>
                </a:lnTo>
                <a:lnTo>
                  <a:pt x="4607481" y="254099"/>
                </a:lnTo>
                <a:lnTo>
                  <a:pt x="4678701" y="275937"/>
                </a:lnTo>
                <a:lnTo>
                  <a:pt x="4725438" y="333951"/>
                </a:lnTo>
                <a:lnTo>
                  <a:pt x="4757015" y="412912"/>
                </a:lnTo>
                <a:lnTo>
                  <a:pt x="4765016" y="431587"/>
                </a:lnTo>
                <a:lnTo>
                  <a:pt x="4463127" y="431587"/>
                </a:lnTo>
                <a:lnTo>
                  <a:pt x="4461695" y="434986"/>
                </a:lnTo>
                <a:lnTo>
                  <a:pt x="4392383" y="596752"/>
                </a:lnTo>
                <a:lnTo>
                  <a:pt x="4382593" y="612630"/>
                </a:lnTo>
                <a:lnTo>
                  <a:pt x="4368925" y="624773"/>
                </a:lnTo>
                <a:lnTo>
                  <a:pt x="4352279" y="632572"/>
                </a:lnTo>
                <a:lnTo>
                  <a:pt x="4352078" y="632572"/>
                </a:lnTo>
                <a:lnTo>
                  <a:pt x="4333902" y="635252"/>
                </a:lnTo>
                <a:close/>
              </a:path>
              <a:path w="5560059" h="1016635">
                <a:moveTo>
                  <a:pt x="4449766" y="1016398"/>
                </a:moveTo>
                <a:lnTo>
                  <a:pt x="4420171" y="1016398"/>
                </a:lnTo>
                <a:lnTo>
                  <a:pt x="4416188" y="1014535"/>
                </a:lnTo>
                <a:lnTo>
                  <a:pt x="4410184" y="1008007"/>
                </a:lnTo>
                <a:lnTo>
                  <a:pt x="4408690" y="1003636"/>
                </a:lnTo>
                <a:lnTo>
                  <a:pt x="4439383" y="635252"/>
                </a:lnTo>
                <a:lnTo>
                  <a:pt x="4467730" y="436668"/>
                </a:lnTo>
                <a:lnTo>
                  <a:pt x="4468278" y="433017"/>
                </a:lnTo>
                <a:lnTo>
                  <a:pt x="4463127" y="431587"/>
                </a:lnTo>
                <a:lnTo>
                  <a:pt x="4669721" y="431587"/>
                </a:lnTo>
                <a:lnTo>
                  <a:pt x="4664600" y="433017"/>
                </a:lnTo>
                <a:lnTo>
                  <a:pt x="4693465" y="635252"/>
                </a:lnTo>
                <a:lnTo>
                  <a:pt x="4694736" y="650495"/>
                </a:lnTo>
                <a:lnTo>
                  <a:pt x="4563925" y="650495"/>
                </a:lnTo>
                <a:lnTo>
                  <a:pt x="4563315" y="654052"/>
                </a:lnTo>
                <a:lnTo>
                  <a:pt x="4511804" y="963323"/>
                </a:lnTo>
                <a:lnTo>
                  <a:pt x="4504215" y="984545"/>
                </a:lnTo>
                <a:lnTo>
                  <a:pt x="4490182" y="1001358"/>
                </a:lnTo>
                <a:lnTo>
                  <a:pt x="4471286" y="1012422"/>
                </a:lnTo>
                <a:lnTo>
                  <a:pt x="4449766" y="1016398"/>
                </a:lnTo>
                <a:close/>
              </a:path>
              <a:path w="5560059" h="1016635">
                <a:moveTo>
                  <a:pt x="4833520" y="635252"/>
                </a:moveTo>
                <a:lnTo>
                  <a:pt x="4798916" y="635252"/>
                </a:lnTo>
                <a:lnTo>
                  <a:pt x="4780850" y="632572"/>
                </a:lnTo>
                <a:lnTo>
                  <a:pt x="4780590" y="632572"/>
                </a:lnTo>
                <a:lnTo>
                  <a:pt x="4763975" y="624773"/>
                </a:lnTo>
                <a:lnTo>
                  <a:pt x="4750307" y="612630"/>
                </a:lnTo>
                <a:lnTo>
                  <a:pt x="4740526" y="596752"/>
                </a:lnTo>
                <a:lnTo>
                  <a:pt x="4669721" y="431587"/>
                </a:lnTo>
                <a:lnTo>
                  <a:pt x="4765016" y="431587"/>
                </a:lnTo>
                <a:lnTo>
                  <a:pt x="4844889" y="618018"/>
                </a:lnTo>
                <a:lnTo>
                  <a:pt x="4844402" y="623657"/>
                </a:lnTo>
                <a:lnTo>
                  <a:pt x="4838519" y="632572"/>
                </a:lnTo>
                <a:lnTo>
                  <a:pt x="4833520" y="635252"/>
                </a:lnTo>
                <a:close/>
              </a:path>
              <a:path w="5560059" h="1016635">
                <a:moveTo>
                  <a:pt x="4712416" y="1016398"/>
                </a:moveTo>
                <a:lnTo>
                  <a:pt x="4683772" y="1016398"/>
                </a:lnTo>
                <a:lnTo>
                  <a:pt x="4661638" y="1012422"/>
                </a:lnTo>
                <a:lnTo>
                  <a:pt x="4628683" y="984545"/>
                </a:lnTo>
                <a:lnTo>
                  <a:pt x="4569594" y="654052"/>
                </a:lnTo>
                <a:lnTo>
                  <a:pt x="4569015" y="650495"/>
                </a:lnTo>
                <a:lnTo>
                  <a:pt x="4694736" y="650495"/>
                </a:lnTo>
                <a:lnTo>
                  <a:pt x="4724189" y="1003636"/>
                </a:lnTo>
                <a:lnTo>
                  <a:pt x="4722665" y="1008007"/>
                </a:lnTo>
                <a:lnTo>
                  <a:pt x="4716660" y="1014535"/>
                </a:lnTo>
                <a:lnTo>
                  <a:pt x="4712416" y="1016398"/>
                </a:lnTo>
                <a:close/>
              </a:path>
              <a:path w="5560059" h="1016635">
                <a:moveTo>
                  <a:pt x="5281089" y="222336"/>
                </a:moveTo>
                <a:lnTo>
                  <a:pt x="5243994" y="214848"/>
                </a:lnTo>
                <a:lnTo>
                  <a:pt x="5213709" y="194427"/>
                </a:lnTo>
                <a:lnTo>
                  <a:pt x="5193293" y="164139"/>
                </a:lnTo>
                <a:lnTo>
                  <a:pt x="5185808" y="127049"/>
                </a:lnTo>
                <a:lnTo>
                  <a:pt x="5185808" y="95287"/>
                </a:lnTo>
                <a:lnTo>
                  <a:pt x="5193293" y="58197"/>
                </a:lnTo>
                <a:lnTo>
                  <a:pt x="5213709" y="27909"/>
                </a:lnTo>
                <a:lnTo>
                  <a:pt x="5243994" y="7488"/>
                </a:lnTo>
                <a:lnTo>
                  <a:pt x="5281089" y="0"/>
                </a:lnTo>
                <a:lnTo>
                  <a:pt x="5318170" y="7488"/>
                </a:lnTo>
                <a:lnTo>
                  <a:pt x="5348457" y="27909"/>
                </a:lnTo>
                <a:lnTo>
                  <a:pt x="5368880" y="58197"/>
                </a:lnTo>
                <a:lnTo>
                  <a:pt x="5376369" y="95287"/>
                </a:lnTo>
                <a:lnTo>
                  <a:pt x="5376369" y="127049"/>
                </a:lnTo>
                <a:lnTo>
                  <a:pt x="5368880" y="164139"/>
                </a:lnTo>
                <a:lnTo>
                  <a:pt x="5348457" y="194427"/>
                </a:lnTo>
                <a:lnTo>
                  <a:pt x="5318170" y="214848"/>
                </a:lnTo>
                <a:lnTo>
                  <a:pt x="5281089" y="222336"/>
                </a:lnTo>
                <a:close/>
              </a:path>
              <a:path w="5560059" h="1016635">
                <a:moveTo>
                  <a:pt x="5048566" y="635252"/>
                </a:moveTo>
                <a:lnTo>
                  <a:pt x="5013962" y="635252"/>
                </a:lnTo>
                <a:lnTo>
                  <a:pt x="5008963" y="632572"/>
                </a:lnTo>
                <a:lnTo>
                  <a:pt x="5003081" y="623657"/>
                </a:lnTo>
                <a:lnTo>
                  <a:pt x="5002593" y="618018"/>
                </a:lnTo>
                <a:lnTo>
                  <a:pt x="5090497" y="412912"/>
                </a:lnTo>
                <a:lnTo>
                  <a:pt x="5122074" y="333951"/>
                </a:lnTo>
                <a:lnTo>
                  <a:pt x="5141341" y="301125"/>
                </a:lnTo>
                <a:lnTo>
                  <a:pt x="5168812" y="275937"/>
                </a:lnTo>
                <a:lnTo>
                  <a:pt x="5202403" y="259792"/>
                </a:lnTo>
                <a:lnTo>
                  <a:pt x="5240032" y="254099"/>
                </a:lnTo>
                <a:lnTo>
                  <a:pt x="5322115" y="254099"/>
                </a:lnTo>
                <a:lnTo>
                  <a:pt x="5393346" y="275937"/>
                </a:lnTo>
                <a:lnTo>
                  <a:pt x="5440072" y="333951"/>
                </a:lnTo>
                <a:lnTo>
                  <a:pt x="5471650" y="412912"/>
                </a:lnTo>
                <a:lnTo>
                  <a:pt x="5479653" y="431587"/>
                </a:lnTo>
                <a:lnTo>
                  <a:pt x="5177792" y="431587"/>
                </a:lnTo>
                <a:lnTo>
                  <a:pt x="5176359" y="434986"/>
                </a:lnTo>
                <a:lnTo>
                  <a:pt x="5107017" y="596752"/>
                </a:lnTo>
                <a:lnTo>
                  <a:pt x="5097245" y="612630"/>
                </a:lnTo>
                <a:lnTo>
                  <a:pt x="5083586" y="624773"/>
                </a:lnTo>
                <a:lnTo>
                  <a:pt x="5066943" y="632572"/>
                </a:lnTo>
                <a:lnTo>
                  <a:pt x="5066742" y="632572"/>
                </a:lnTo>
                <a:lnTo>
                  <a:pt x="5048566" y="635252"/>
                </a:lnTo>
                <a:close/>
              </a:path>
              <a:path w="5560059" h="1016635">
                <a:moveTo>
                  <a:pt x="5164401" y="1016398"/>
                </a:moveTo>
                <a:lnTo>
                  <a:pt x="5134836" y="1016398"/>
                </a:lnTo>
                <a:lnTo>
                  <a:pt x="5130853" y="1014535"/>
                </a:lnTo>
                <a:lnTo>
                  <a:pt x="5124848" y="1008007"/>
                </a:lnTo>
                <a:lnTo>
                  <a:pt x="5123324" y="1003636"/>
                </a:lnTo>
                <a:lnTo>
                  <a:pt x="5154048" y="635252"/>
                </a:lnTo>
                <a:lnTo>
                  <a:pt x="5182394" y="436668"/>
                </a:lnTo>
                <a:lnTo>
                  <a:pt x="5182943" y="433017"/>
                </a:lnTo>
                <a:lnTo>
                  <a:pt x="5177792" y="431587"/>
                </a:lnTo>
                <a:lnTo>
                  <a:pt x="5384385" y="431587"/>
                </a:lnTo>
                <a:lnTo>
                  <a:pt x="5379265" y="433017"/>
                </a:lnTo>
                <a:lnTo>
                  <a:pt x="5408129" y="635252"/>
                </a:lnTo>
                <a:lnTo>
                  <a:pt x="5409400" y="650495"/>
                </a:lnTo>
                <a:lnTo>
                  <a:pt x="5278589" y="650495"/>
                </a:lnTo>
                <a:lnTo>
                  <a:pt x="5277980" y="654052"/>
                </a:lnTo>
                <a:lnTo>
                  <a:pt x="5226438" y="963323"/>
                </a:lnTo>
                <a:lnTo>
                  <a:pt x="5218866" y="984545"/>
                </a:lnTo>
                <a:lnTo>
                  <a:pt x="5204839" y="1001358"/>
                </a:lnTo>
                <a:lnTo>
                  <a:pt x="5185937" y="1012422"/>
                </a:lnTo>
                <a:lnTo>
                  <a:pt x="5164401" y="1016398"/>
                </a:lnTo>
                <a:close/>
              </a:path>
              <a:path w="5560059" h="1016635">
                <a:moveTo>
                  <a:pt x="5548185" y="635252"/>
                </a:moveTo>
                <a:lnTo>
                  <a:pt x="5513580" y="635252"/>
                </a:lnTo>
                <a:lnTo>
                  <a:pt x="5495502" y="632572"/>
                </a:lnTo>
                <a:lnTo>
                  <a:pt x="5495241" y="632572"/>
                </a:lnTo>
                <a:lnTo>
                  <a:pt x="5478624" y="624773"/>
                </a:lnTo>
                <a:lnTo>
                  <a:pt x="5464955" y="612630"/>
                </a:lnTo>
                <a:lnTo>
                  <a:pt x="5455160" y="596752"/>
                </a:lnTo>
                <a:lnTo>
                  <a:pt x="5384385" y="431587"/>
                </a:lnTo>
                <a:lnTo>
                  <a:pt x="5479653" y="431587"/>
                </a:lnTo>
                <a:lnTo>
                  <a:pt x="5559554" y="618018"/>
                </a:lnTo>
                <a:lnTo>
                  <a:pt x="5559036" y="623657"/>
                </a:lnTo>
                <a:lnTo>
                  <a:pt x="5556110" y="628116"/>
                </a:lnTo>
                <a:lnTo>
                  <a:pt x="5553153" y="632572"/>
                </a:lnTo>
                <a:lnTo>
                  <a:pt x="5548185" y="635252"/>
                </a:lnTo>
                <a:close/>
              </a:path>
              <a:path w="5560059" h="1016635">
                <a:moveTo>
                  <a:pt x="5427081" y="1016398"/>
                </a:moveTo>
                <a:lnTo>
                  <a:pt x="5398406" y="1016398"/>
                </a:lnTo>
                <a:lnTo>
                  <a:pt x="5376277" y="1012422"/>
                </a:lnTo>
                <a:lnTo>
                  <a:pt x="5357363" y="1001358"/>
                </a:lnTo>
                <a:lnTo>
                  <a:pt x="5343330" y="984545"/>
                </a:lnTo>
                <a:lnTo>
                  <a:pt x="5335739" y="963323"/>
                </a:lnTo>
                <a:lnTo>
                  <a:pt x="5284259" y="654052"/>
                </a:lnTo>
                <a:lnTo>
                  <a:pt x="5283649" y="650495"/>
                </a:lnTo>
                <a:lnTo>
                  <a:pt x="5409400" y="650495"/>
                </a:lnTo>
                <a:lnTo>
                  <a:pt x="5438823" y="1003636"/>
                </a:lnTo>
                <a:lnTo>
                  <a:pt x="5437329" y="1008007"/>
                </a:lnTo>
                <a:lnTo>
                  <a:pt x="5431325" y="1014535"/>
                </a:lnTo>
                <a:lnTo>
                  <a:pt x="5427081" y="1016398"/>
                </a:lnTo>
                <a:close/>
              </a:path>
            </a:pathLst>
          </a:custGeom>
          <a:solidFill>
            <a:srgbClr val="FF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4160" y="3361532"/>
            <a:ext cx="5559554" cy="3335045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57020" y="956821"/>
            <a:ext cx="502146" cy="50214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57927" y="1095849"/>
            <a:ext cx="135289" cy="2240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7509" y="3176250"/>
            <a:ext cx="477647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671704"/>
            <a:ext cx="743839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0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slide" Target="slide7.xml"/><Relationship Id="rId1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slide" Target="slide5.xml"/><Relationship Id="rId17" Type="http://schemas.openxmlformats.org/officeDocument/2006/relationships/slide" Target="slide11.xml"/><Relationship Id="rId2" Type="http://schemas.openxmlformats.org/officeDocument/2006/relationships/image" Target="../media/image8.png"/><Relationship Id="rId16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slide" Target="slide4.xml"/><Relationship Id="rId5" Type="http://schemas.openxmlformats.org/officeDocument/2006/relationships/image" Target="../media/image11.png"/><Relationship Id="rId15" Type="http://schemas.openxmlformats.org/officeDocument/2006/relationships/slide" Target="slide9.xml"/><Relationship Id="rId10" Type="http://schemas.openxmlformats.org/officeDocument/2006/relationships/slide" Target="slide3.xml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9685" y="-8779"/>
            <a:ext cx="9788307" cy="102955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00"/>
              </a:spcBef>
            </a:pPr>
            <a:r>
              <a:rPr spc="575" dirty="0"/>
              <a:t>CHAT</a:t>
            </a:r>
            <a:r>
              <a:rPr spc="-5" dirty="0"/>
              <a:t> </a:t>
            </a:r>
            <a:r>
              <a:rPr spc="705" dirty="0"/>
              <a:t>BOX </a:t>
            </a:r>
            <a:r>
              <a:rPr spc="465" dirty="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55680" y="5424503"/>
            <a:ext cx="3216275" cy="8794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100" b="1" spc="245" dirty="0">
                <a:solidFill>
                  <a:srgbClr val="F7F7F7"/>
                </a:solidFill>
                <a:latin typeface="Calibri"/>
                <a:cs typeface="Calibri"/>
              </a:rPr>
              <a:t>ĐƯỢC</a:t>
            </a:r>
            <a:r>
              <a:rPr sz="21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100" b="1" spc="270" dirty="0">
                <a:solidFill>
                  <a:srgbClr val="F7F7F7"/>
                </a:solidFill>
                <a:latin typeface="Calibri"/>
                <a:cs typeface="Calibri"/>
              </a:rPr>
              <a:t>TRÌNH</a:t>
            </a:r>
            <a:r>
              <a:rPr sz="21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100" b="1" spc="250" dirty="0">
                <a:solidFill>
                  <a:srgbClr val="F7F7F7"/>
                </a:solidFill>
                <a:latin typeface="Calibri"/>
                <a:cs typeface="Calibri"/>
              </a:rPr>
              <a:t>BÀY</a:t>
            </a:r>
            <a:r>
              <a:rPr sz="21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100" b="1" spc="290" dirty="0">
                <a:solidFill>
                  <a:srgbClr val="F7F7F7"/>
                </a:solidFill>
                <a:latin typeface="Calibri"/>
                <a:cs typeface="Calibri"/>
              </a:rPr>
              <a:t>CHO</a:t>
            </a:r>
            <a:endParaRPr sz="2100">
              <a:latin typeface="Calibri"/>
              <a:cs typeface="Calibri"/>
            </a:endParaRPr>
          </a:p>
          <a:p>
            <a:pPr marL="704215">
              <a:lnSpc>
                <a:spcPct val="100000"/>
              </a:lnSpc>
              <a:spcBef>
                <a:spcPts val="690"/>
              </a:spcBef>
            </a:pPr>
            <a:r>
              <a:rPr sz="2400" spc="-200" dirty="0">
                <a:solidFill>
                  <a:srgbClr val="F7F7F7"/>
                </a:solidFill>
                <a:latin typeface="Microsoft Sans Serif"/>
                <a:cs typeface="Microsoft Sans Serif"/>
              </a:rPr>
              <a:t>GV:</a:t>
            </a:r>
            <a:r>
              <a:rPr sz="24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Bùi</a:t>
            </a:r>
            <a:r>
              <a:rPr sz="2400" spc="-1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Dương</a:t>
            </a:r>
            <a:r>
              <a:rPr sz="2400" spc="-1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Thế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72366" y="9002872"/>
            <a:ext cx="219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Huỳnh</a:t>
            </a:r>
            <a:r>
              <a:rPr sz="2400" spc="-1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Phúc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Đạt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63498" y="7243249"/>
            <a:ext cx="3208655" cy="9074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200" b="1" spc="240" dirty="0">
                <a:solidFill>
                  <a:srgbClr val="F7F7F7"/>
                </a:solidFill>
                <a:latin typeface="Calibri"/>
                <a:cs typeface="Calibri"/>
              </a:rPr>
              <a:t>ĐƯỢC</a:t>
            </a:r>
            <a:r>
              <a:rPr sz="22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70" dirty="0">
                <a:solidFill>
                  <a:srgbClr val="F7F7F7"/>
                </a:solidFill>
                <a:latin typeface="Calibri"/>
                <a:cs typeface="Calibri"/>
              </a:rPr>
              <a:t>TRÌNH</a:t>
            </a:r>
            <a:r>
              <a:rPr sz="2200" b="1" spc="390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40" dirty="0">
                <a:solidFill>
                  <a:srgbClr val="F7F7F7"/>
                </a:solidFill>
                <a:latin typeface="Calibri"/>
                <a:cs typeface="Calibri"/>
              </a:rPr>
              <a:t>BÀY</a:t>
            </a:r>
            <a:r>
              <a:rPr sz="22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195" dirty="0">
                <a:solidFill>
                  <a:srgbClr val="F7F7F7"/>
                </a:solidFill>
                <a:latin typeface="Calibri"/>
                <a:cs typeface="Calibri"/>
              </a:rPr>
              <a:t>BỞI</a:t>
            </a:r>
            <a:endParaRPr sz="2200">
              <a:latin typeface="Calibri"/>
              <a:cs typeface="Calibri"/>
            </a:endParaRPr>
          </a:p>
          <a:p>
            <a:pPr marL="1027430">
              <a:lnSpc>
                <a:spcPct val="100000"/>
              </a:lnSpc>
              <a:spcBef>
                <a:spcPts val="740"/>
              </a:spcBef>
            </a:pP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Nguyễn</a:t>
            </a:r>
            <a:r>
              <a:rPr sz="2400" spc="-10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Tấn</a:t>
            </a:r>
            <a:r>
              <a:rPr sz="2400" spc="-1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Đạt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8704606"/>
            <a:ext cx="62738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F7F7F7"/>
                </a:solidFill>
                <a:latin typeface="Microsoft Sans Serif"/>
                <a:cs typeface="Microsoft Sans Serif"/>
              </a:rPr>
              <a:t>Ứng</a:t>
            </a:r>
            <a:r>
              <a:rPr sz="3400" spc="-1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dirty="0">
                <a:solidFill>
                  <a:srgbClr val="F7F7F7"/>
                </a:solidFill>
                <a:latin typeface="Microsoft Sans Serif"/>
                <a:cs typeface="Microsoft Sans Serif"/>
              </a:rPr>
              <a:t>dụng</a:t>
            </a:r>
            <a:r>
              <a:rPr sz="3400" spc="-10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dirty="0">
                <a:solidFill>
                  <a:srgbClr val="F7F7F7"/>
                </a:solidFill>
                <a:latin typeface="Microsoft Sans Serif"/>
                <a:cs typeface="Microsoft Sans Serif"/>
              </a:rPr>
              <a:t>nhắn</a:t>
            </a:r>
            <a:r>
              <a:rPr sz="3400" spc="-1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spc="110" dirty="0">
                <a:solidFill>
                  <a:srgbClr val="F7F7F7"/>
                </a:solidFill>
                <a:latin typeface="Microsoft Sans Serif"/>
                <a:cs typeface="Microsoft Sans Serif"/>
              </a:rPr>
              <a:t>tin</a:t>
            </a:r>
            <a:r>
              <a:rPr sz="3400" spc="-10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spc="90" dirty="0">
                <a:solidFill>
                  <a:srgbClr val="F7F7F7"/>
                </a:solidFill>
                <a:latin typeface="Microsoft Sans Serif"/>
                <a:cs typeface="Microsoft Sans Serif"/>
              </a:rPr>
              <a:t>thời</a:t>
            </a:r>
            <a:r>
              <a:rPr sz="3400" spc="-1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dirty="0">
                <a:solidFill>
                  <a:srgbClr val="F7F7F7"/>
                </a:solidFill>
                <a:latin typeface="Microsoft Sans Serif"/>
                <a:cs typeface="Microsoft Sans Serif"/>
              </a:rPr>
              <a:t>gian</a:t>
            </a:r>
            <a:r>
              <a:rPr sz="3400" spc="-10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3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thực</a:t>
            </a:r>
            <a:endParaRPr sz="3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7F7F7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0" name="object 10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493916" y="3229447"/>
            <a:ext cx="1000125" cy="1000125"/>
            <a:chOff x="6493916" y="3229447"/>
            <a:chExt cx="1000125" cy="1000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3916" y="3229447"/>
              <a:ext cx="1000125" cy="10001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97091" y="333262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135" y="798240"/>
                  </a:moveTo>
                  <a:lnTo>
                    <a:pt x="352588" y="795555"/>
                  </a:lnTo>
                  <a:lnTo>
                    <a:pt x="307619" y="787700"/>
                  </a:lnTo>
                  <a:lnTo>
                    <a:pt x="264525" y="774974"/>
                  </a:lnTo>
                  <a:lnTo>
                    <a:pt x="223608" y="757677"/>
                  </a:lnTo>
                  <a:lnTo>
                    <a:pt x="185165" y="736107"/>
                  </a:lnTo>
                  <a:lnTo>
                    <a:pt x="149498" y="710565"/>
                  </a:lnTo>
                  <a:lnTo>
                    <a:pt x="116906" y="681349"/>
                  </a:lnTo>
                  <a:lnTo>
                    <a:pt x="87687" y="648760"/>
                  </a:lnTo>
                  <a:lnTo>
                    <a:pt x="62141" y="613096"/>
                  </a:lnTo>
                  <a:lnTo>
                    <a:pt x="40569" y="574657"/>
                  </a:lnTo>
                  <a:lnTo>
                    <a:pt x="23269" y="533741"/>
                  </a:lnTo>
                  <a:lnTo>
                    <a:pt x="10541" y="490650"/>
                  </a:lnTo>
                  <a:lnTo>
                    <a:pt x="2685" y="445681"/>
                  </a:lnTo>
                  <a:lnTo>
                    <a:pt x="0" y="399135"/>
                  </a:lnTo>
                  <a:lnTo>
                    <a:pt x="2685" y="352588"/>
                  </a:lnTo>
                  <a:lnTo>
                    <a:pt x="10541" y="307619"/>
                  </a:lnTo>
                  <a:lnTo>
                    <a:pt x="23269" y="264525"/>
                  </a:lnTo>
                  <a:lnTo>
                    <a:pt x="40569" y="223608"/>
                  </a:lnTo>
                  <a:lnTo>
                    <a:pt x="62141" y="185165"/>
                  </a:lnTo>
                  <a:lnTo>
                    <a:pt x="87687" y="149498"/>
                  </a:lnTo>
                  <a:lnTo>
                    <a:pt x="116906" y="116906"/>
                  </a:lnTo>
                  <a:lnTo>
                    <a:pt x="149498" y="87687"/>
                  </a:lnTo>
                  <a:lnTo>
                    <a:pt x="185165" y="62141"/>
                  </a:lnTo>
                  <a:lnTo>
                    <a:pt x="223608" y="40569"/>
                  </a:lnTo>
                  <a:lnTo>
                    <a:pt x="264525" y="23269"/>
                  </a:lnTo>
                  <a:lnTo>
                    <a:pt x="307619" y="10541"/>
                  </a:lnTo>
                  <a:lnTo>
                    <a:pt x="352588" y="2685"/>
                  </a:lnTo>
                  <a:lnTo>
                    <a:pt x="399135" y="0"/>
                  </a:lnTo>
                  <a:lnTo>
                    <a:pt x="445676" y="2685"/>
                  </a:lnTo>
                  <a:lnTo>
                    <a:pt x="490640" y="10541"/>
                  </a:lnTo>
                  <a:lnTo>
                    <a:pt x="533729" y="23269"/>
                  </a:lnTo>
                  <a:lnTo>
                    <a:pt x="574643" y="40569"/>
                  </a:lnTo>
                  <a:lnTo>
                    <a:pt x="613082" y="62141"/>
                  </a:lnTo>
                  <a:lnTo>
                    <a:pt x="648747" y="87687"/>
                  </a:lnTo>
                  <a:lnTo>
                    <a:pt x="681338" y="116906"/>
                  </a:lnTo>
                  <a:lnTo>
                    <a:pt x="710555" y="149498"/>
                  </a:lnTo>
                  <a:lnTo>
                    <a:pt x="736100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9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9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100" y="613096"/>
                  </a:lnTo>
                  <a:lnTo>
                    <a:pt x="710555" y="648760"/>
                  </a:lnTo>
                  <a:lnTo>
                    <a:pt x="681338" y="681349"/>
                  </a:lnTo>
                  <a:lnTo>
                    <a:pt x="648747" y="710565"/>
                  </a:lnTo>
                  <a:lnTo>
                    <a:pt x="613082" y="736107"/>
                  </a:lnTo>
                  <a:lnTo>
                    <a:pt x="574643" y="757677"/>
                  </a:lnTo>
                  <a:lnTo>
                    <a:pt x="533729" y="774974"/>
                  </a:lnTo>
                  <a:lnTo>
                    <a:pt x="490640" y="787700"/>
                  </a:lnTo>
                  <a:lnTo>
                    <a:pt x="445676" y="795555"/>
                  </a:lnTo>
                  <a:lnTo>
                    <a:pt x="39913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94995" y="349461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1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93916" y="4794717"/>
            <a:ext cx="1000125" cy="1000125"/>
            <a:chOff x="6493916" y="4794717"/>
            <a:chExt cx="1000125" cy="10001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3916" y="4794717"/>
              <a:ext cx="1000125" cy="10001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97091" y="489789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135" y="798240"/>
                  </a:moveTo>
                  <a:lnTo>
                    <a:pt x="352588" y="795555"/>
                  </a:lnTo>
                  <a:lnTo>
                    <a:pt x="307619" y="787700"/>
                  </a:lnTo>
                  <a:lnTo>
                    <a:pt x="264525" y="774974"/>
                  </a:lnTo>
                  <a:lnTo>
                    <a:pt x="223608" y="757677"/>
                  </a:lnTo>
                  <a:lnTo>
                    <a:pt x="185165" y="736107"/>
                  </a:lnTo>
                  <a:lnTo>
                    <a:pt x="149498" y="710565"/>
                  </a:lnTo>
                  <a:lnTo>
                    <a:pt x="116906" y="681349"/>
                  </a:lnTo>
                  <a:lnTo>
                    <a:pt x="87687" y="648760"/>
                  </a:lnTo>
                  <a:lnTo>
                    <a:pt x="62141" y="613096"/>
                  </a:lnTo>
                  <a:lnTo>
                    <a:pt x="40569" y="574657"/>
                  </a:lnTo>
                  <a:lnTo>
                    <a:pt x="23269" y="533741"/>
                  </a:lnTo>
                  <a:lnTo>
                    <a:pt x="10541" y="490650"/>
                  </a:lnTo>
                  <a:lnTo>
                    <a:pt x="2685" y="445681"/>
                  </a:lnTo>
                  <a:lnTo>
                    <a:pt x="0" y="399135"/>
                  </a:lnTo>
                  <a:lnTo>
                    <a:pt x="2685" y="352588"/>
                  </a:lnTo>
                  <a:lnTo>
                    <a:pt x="10541" y="307619"/>
                  </a:lnTo>
                  <a:lnTo>
                    <a:pt x="23269" y="264525"/>
                  </a:lnTo>
                  <a:lnTo>
                    <a:pt x="40569" y="223608"/>
                  </a:lnTo>
                  <a:lnTo>
                    <a:pt x="62141" y="185165"/>
                  </a:lnTo>
                  <a:lnTo>
                    <a:pt x="87687" y="149498"/>
                  </a:lnTo>
                  <a:lnTo>
                    <a:pt x="116906" y="116906"/>
                  </a:lnTo>
                  <a:lnTo>
                    <a:pt x="149498" y="87687"/>
                  </a:lnTo>
                  <a:lnTo>
                    <a:pt x="185165" y="62141"/>
                  </a:lnTo>
                  <a:lnTo>
                    <a:pt x="223608" y="40569"/>
                  </a:lnTo>
                  <a:lnTo>
                    <a:pt x="264525" y="23269"/>
                  </a:lnTo>
                  <a:lnTo>
                    <a:pt x="307619" y="10541"/>
                  </a:lnTo>
                  <a:lnTo>
                    <a:pt x="352588" y="2685"/>
                  </a:lnTo>
                  <a:lnTo>
                    <a:pt x="399135" y="0"/>
                  </a:lnTo>
                  <a:lnTo>
                    <a:pt x="445676" y="2685"/>
                  </a:lnTo>
                  <a:lnTo>
                    <a:pt x="490640" y="10541"/>
                  </a:lnTo>
                  <a:lnTo>
                    <a:pt x="533729" y="23269"/>
                  </a:lnTo>
                  <a:lnTo>
                    <a:pt x="574643" y="40569"/>
                  </a:lnTo>
                  <a:lnTo>
                    <a:pt x="613082" y="62141"/>
                  </a:lnTo>
                  <a:lnTo>
                    <a:pt x="648747" y="87687"/>
                  </a:lnTo>
                  <a:lnTo>
                    <a:pt x="681338" y="116906"/>
                  </a:lnTo>
                  <a:lnTo>
                    <a:pt x="710555" y="149498"/>
                  </a:lnTo>
                  <a:lnTo>
                    <a:pt x="736100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9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9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100" y="613096"/>
                  </a:lnTo>
                  <a:lnTo>
                    <a:pt x="710555" y="648760"/>
                  </a:lnTo>
                  <a:lnTo>
                    <a:pt x="681338" y="681349"/>
                  </a:lnTo>
                  <a:lnTo>
                    <a:pt x="648747" y="710565"/>
                  </a:lnTo>
                  <a:lnTo>
                    <a:pt x="613082" y="736107"/>
                  </a:lnTo>
                  <a:lnTo>
                    <a:pt x="574643" y="757677"/>
                  </a:lnTo>
                  <a:lnTo>
                    <a:pt x="533729" y="774974"/>
                  </a:lnTo>
                  <a:lnTo>
                    <a:pt x="490640" y="787700"/>
                  </a:lnTo>
                  <a:lnTo>
                    <a:pt x="445676" y="795555"/>
                  </a:lnTo>
                  <a:lnTo>
                    <a:pt x="39913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94995" y="505988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2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93916" y="6359986"/>
            <a:ext cx="1000125" cy="1000125"/>
            <a:chOff x="6493916" y="6359986"/>
            <a:chExt cx="1000125" cy="100012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3916" y="6359986"/>
              <a:ext cx="1000125" cy="10001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97091" y="646316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135" y="798240"/>
                  </a:moveTo>
                  <a:lnTo>
                    <a:pt x="352588" y="795555"/>
                  </a:lnTo>
                  <a:lnTo>
                    <a:pt x="307619" y="787700"/>
                  </a:lnTo>
                  <a:lnTo>
                    <a:pt x="264525" y="774974"/>
                  </a:lnTo>
                  <a:lnTo>
                    <a:pt x="223608" y="757677"/>
                  </a:lnTo>
                  <a:lnTo>
                    <a:pt x="185165" y="736107"/>
                  </a:lnTo>
                  <a:lnTo>
                    <a:pt x="149498" y="710565"/>
                  </a:lnTo>
                  <a:lnTo>
                    <a:pt x="116906" y="681349"/>
                  </a:lnTo>
                  <a:lnTo>
                    <a:pt x="87687" y="648760"/>
                  </a:lnTo>
                  <a:lnTo>
                    <a:pt x="62141" y="613096"/>
                  </a:lnTo>
                  <a:lnTo>
                    <a:pt x="40569" y="574657"/>
                  </a:lnTo>
                  <a:lnTo>
                    <a:pt x="23269" y="533741"/>
                  </a:lnTo>
                  <a:lnTo>
                    <a:pt x="10541" y="490650"/>
                  </a:lnTo>
                  <a:lnTo>
                    <a:pt x="2685" y="445681"/>
                  </a:lnTo>
                  <a:lnTo>
                    <a:pt x="0" y="399135"/>
                  </a:lnTo>
                  <a:lnTo>
                    <a:pt x="2685" y="352588"/>
                  </a:lnTo>
                  <a:lnTo>
                    <a:pt x="10541" y="307619"/>
                  </a:lnTo>
                  <a:lnTo>
                    <a:pt x="23269" y="264525"/>
                  </a:lnTo>
                  <a:lnTo>
                    <a:pt x="40569" y="223608"/>
                  </a:lnTo>
                  <a:lnTo>
                    <a:pt x="62141" y="185165"/>
                  </a:lnTo>
                  <a:lnTo>
                    <a:pt x="87687" y="149498"/>
                  </a:lnTo>
                  <a:lnTo>
                    <a:pt x="116906" y="116906"/>
                  </a:lnTo>
                  <a:lnTo>
                    <a:pt x="149498" y="87687"/>
                  </a:lnTo>
                  <a:lnTo>
                    <a:pt x="185165" y="62141"/>
                  </a:lnTo>
                  <a:lnTo>
                    <a:pt x="223608" y="40569"/>
                  </a:lnTo>
                  <a:lnTo>
                    <a:pt x="264525" y="23269"/>
                  </a:lnTo>
                  <a:lnTo>
                    <a:pt x="307619" y="10541"/>
                  </a:lnTo>
                  <a:lnTo>
                    <a:pt x="352588" y="2685"/>
                  </a:lnTo>
                  <a:lnTo>
                    <a:pt x="399135" y="0"/>
                  </a:lnTo>
                  <a:lnTo>
                    <a:pt x="445676" y="2685"/>
                  </a:lnTo>
                  <a:lnTo>
                    <a:pt x="490640" y="10541"/>
                  </a:lnTo>
                  <a:lnTo>
                    <a:pt x="533729" y="23269"/>
                  </a:lnTo>
                  <a:lnTo>
                    <a:pt x="574643" y="40569"/>
                  </a:lnTo>
                  <a:lnTo>
                    <a:pt x="613082" y="62141"/>
                  </a:lnTo>
                  <a:lnTo>
                    <a:pt x="648747" y="87687"/>
                  </a:lnTo>
                  <a:lnTo>
                    <a:pt x="681338" y="116906"/>
                  </a:lnTo>
                  <a:lnTo>
                    <a:pt x="710555" y="149498"/>
                  </a:lnTo>
                  <a:lnTo>
                    <a:pt x="736100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9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9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100" y="613096"/>
                  </a:lnTo>
                  <a:lnTo>
                    <a:pt x="710555" y="648760"/>
                  </a:lnTo>
                  <a:lnTo>
                    <a:pt x="681338" y="681349"/>
                  </a:lnTo>
                  <a:lnTo>
                    <a:pt x="648747" y="710565"/>
                  </a:lnTo>
                  <a:lnTo>
                    <a:pt x="613082" y="736107"/>
                  </a:lnTo>
                  <a:lnTo>
                    <a:pt x="574643" y="757677"/>
                  </a:lnTo>
                  <a:lnTo>
                    <a:pt x="533729" y="774974"/>
                  </a:lnTo>
                  <a:lnTo>
                    <a:pt x="490640" y="787700"/>
                  </a:lnTo>
                  <a:lnTo>
                    <a:pt x="445676" y="795555"/>
                  </a:lnTo>
                  <a:lnTo>
                    <a:pt x="39913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94995" y="6625149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3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93916" y="7925256"/>
            <a:ext cx="1000125" cy="1000125"/>
            <a:chOff x="6493916" y="7925256"/>
            <a:chExt cx="1000125" cy="10001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3916" y="7925256"/>
              <a:ext cx="1000125" cy="10001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597091" y="802843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135" y="798240"/>
                  </a:moveTo>
                  <a:lnTo>
                    <a:pt x="352588" y="795555"/>
                  </a:lnTo>
                  <a:lnTo>
                    <a:pt x="307619" y="787699"/>
                  </a:lnTo>
                  <a:lnTo>
                    <a:pt x="264525" y="774971"/>
                  </a:lnTo>
                  <a:lnTo>
                    <a:pt x="223608" y="757671"/>
                  </a:lnTo>
                  <a:lnTo>
                    <a:pt x="185165" y="736100"/>
                  </a:lnTo>
                  <a:lnTo>
                    <a:pt x="149498" y="710555"/>
                  </a:lnTo>
                  <a:lnTo>
                    <a:pt x="116906" y="681338"/>
                  </a:lnTo>
                  <a:lnTo>
                    <a:pt x="87687" y="648747"/>
                  </a:lnTo>
                  <a:lnTo>
                    <a:pt x="62141" y="613082"/>
                  </a:lnTo>
                  <a:lnTo>
                    <a:pt x="40569" y="574643"/>
                  </a:lnTo>
                  <a:lnTo>
                    <a:pt x="23269" y="533729"/>
                  </a:lnTo>
                  <a:lnTo>
                    <a:pt x="10541" y="490640"/>
                  </a:lnTo>
                  <a:lnTo>
                    <a:pt x="2685" y="445676"/>
                  </a:lnTo>
                  <a:lnTo>
                    <a:pt x="0" y="399135"/>
                  </a:lnTo>
                  <a:lnTo>
                    <a:pt x="2685" y="352588"/>
                  </a:lnTo>
                  <a:lnTo>
                    <a:pt x="10541" y="307619"/>
                  </a:lnTo>
                  <a:lnTo>
                    <a:pt x="23269" y="264525"/>
                  </a:lnTo>
                  <a:lnTo>
                    <a:pt x="40569" y="223608"/>
                  </a:lnTo>
                  <a:lnTo>
                    <a:pt x="62141" y="185165"/>
                  </a:lnTo>
                  <a:lnTo>
                    <a:pt x="87687" y="149498"/>
                  </a:lnTo>
                  <a:lnTo>
                    <a:pt x="116906" y="116906"/>
                  </a:lnTo>
                  <a:lnTo>
                    <a:pt x="149498" y="87687"/>
                  </a:lnTo>
                  <a:lnTo>
                    <a:pt x="185165" y="62141"/>
                  </a:lnTo>
                  <a:lnTo>
                    <a:pt x="223608" y="40569"/>
                  </a:lnTo>
                  <a:lnTo>
                    <a:pt x="264525" y="23269"/>
                  </a:lnTo>
                  <a:lnTo>
                    <a:pt x="307619" y="10541"/>
                  </a:lnTo>
                  <a:lnTo>
                    <a:pt x="352588" y="2685"/>
                  </a:lnTo>
                  <a:lnTo>
                    <a:pt x="399135" y="0"/>
                  </a:lnTo>
                  <a:lnTo>
                    <a:pt x="445676" y="2685"/>
                  </a:lnTo>
                  <a:lnTo>
                    <a:pt x="490640" y="10541"/>
                  </a:lnTo>
                  <a:lnTo>
                    <a:pt x="533729" y="23269"/>
                  </a:lnTo>
                  <a:lnTo>
                    <a:pt x="574643" y="40569"/>
                  </a:lnTo>
                  <a:lnTo>
                    <a:pt x="613082" y="62141"/>
                  </a:lnTo>
                  <a:lnTo>
                    <a:pt x="648747" y="87687"/>
                  </a:lnTo>
                  <a:lnTo>
                    <a:pt x="681338" y="116906"/>
                  </a:lnTo>
                  <a:lnTo>
                    <a:pt x="710555" y="149498"/>
                  </a:lnTo>
                  <a:lnTo>
                    <a:pt x="736100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9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76"/>
                  </a:lnTo>
                  <a:lnTo>
                    <a:pt x="787699" y="490640"/>
                  </a:lnTo>
                  <a:lnTo>
                    <a:pt x="774971" y="533729"/>
                  </a:lnTo>
                  <a:lnTo>
                    <a:pt x="757671" y="574643"/>
                  </a:lnTo>
                  <a:lnTo>
                    <a:pt x="736100" y="613082"/>
                  </a:lnTo>
                  <a:lnTo>
                    <a:pt x="710555" y="648747"/>
                  </a:lnTo>
                  <a:lnTo>
                    <a:pt x="681338" y="681338"/>
                  </a:lnTo>
                  <a:lnTo>
                    <a:pt x="648747" y="710555"/>
                  </a:lnTo>
                  <a:lnTo>
                    <a:pt x="613082" y="736100"/>
                  </a:lnTo>
                  <a:lnTo>
                    <a:pt x="574643" y="757671"/>
                  </a:lnTo>
                  <a:lnTo>
                    <a:pt x="533729" y="774971"/>
                  </a:lnTo>
                  <a:lnTo>
                    <a:pt x="490640" y="787699"/>
                  </a:lnTo>
                  <a:lnTo>
                    <a:pt x="445676" y="795555"/>
                  </a:lnTo>
                  <a:lnTo>
                    <a:pt x="39913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94995" y="819042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4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148077" y="3229447"/>
            <a:ext cx="1000125" cy="1000125"/>
            <a:chOff x="12148077" y="3229447"/>
            <a:chExt cx="1000125" cy="100012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8077" y="3229447"/>
              <a:ext cx="1000125" cy="10001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251253" y="333262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30" h="798829">
                  <a:moveTo>
                    <a:pt x="399105" y="798240"/>
                  </a:moveTo>
                  <a:lnTo>
                    <a:pt x="352558" y="795555"/>
                  </a:lnTo>
                  <a:lnTo>
                    <a:pt x="307590" y="787700"/>
                  </a:lnTo>
                  <a:lnTo>
                    <a:pt x="264498" y="774974"/>
                  </a:lnTo>
                  <a:lnTo>
                    <a:pt x="223583" y="757677"/>
                  </a:lnTo>
                  <a:lnTo>
                    <a:pt x="185144" y="736107"/>
                  </a:lnTo>
                  <a:lnTo>
                    <a:pt x="149480" y="710565"/>
                  </a:lnTo>
                  <a:lnTo>
                    <a:pt x="116890" y="681349"/>
                  </a:lnTo>
                  <a:lnTo>
                    <a:pt x="87675" y="648760"/>
                  </a:lnTo>
                  <a:lnTo>
                    <a:pt x="62132" y="613096"/>
                  </a:lnTo>
                  <a:lnTo>
                    <a:pt x="40563" y="574657"/>
                  </a:lnTo>
                  <a:lnTo>
                    <a:pt x="23266" y="533741"/>
                  </a:lnTo>
                  <a:lnTo>
                    <a:pt x="10540" y="490650"/>
                  </a:lnTo>
                  <a:lnTo>
                    <a:pt x="2684" y="445681"/>
                  </a:lnTo>
                  <a:lnTo>
                    <a:pt x="0" y="399135"/>
                  </a:lnTo>
                  <a:lnTo>
                    <a:pt x="2684" y="352588"/>
                  </a:lnTo>
                  <a:lnTo>
                    <a:pt x="10540" y="307619"/>
                  </a:lnTo>
                  <a:lnTo>
                    <a:pt x="23266" y="264525"/>
                  </a:lnTo>
                  <a:lnTo>
                    <a:pt x="40563" y="223608"/>
                  </a:lnTo>
                  <a:lnTo>
                    <a:pt x="62132" y="185165"/>
                  </a:lnTo>
                  <a:lnTo>
                    <a:pt x="87675" y="149498"/>
                  </a:lnTo>
                  <a:lnTo>
                    <a:pt x="116890" y="116906"/>
                  </a:lnTo>
                  <a:lnTo>
                    <a:pt x="149480" y="87687"/>
                  </a:lnTo>
                  <a:lnTo>
                    <a:pt x="185144" y="62141"/>
                  </a:lnTo>
                  <a:lnTo>
                    <a:pt x="223583" y="40569"/>
                  </a:lnTo>
                  <a:lnTo>
                    <a:pt x="264498" y="23269"/>
                  </a:lnTo>
                  <a:lnTo>
                    <a:pt x="307590" y="10541"/>
                  </a:lnTo>
                  <a:lnTo>
                    <a:pt x="352558" y="2685"/>
                  </a:lnTo>
                  <a:lnTo>
                    <a:pt x="399105" y="0"/>
                  </a:lnTo>
                  <a:lnTo>
                    <a:pt x="445651" y="2685"/>
                  </a:lnTo>
                  <a:lnTo>
                    <a:pt x="490621" y="10541"/>
                  </a:lnTo>
                  <a:lnTo>
                    <a:pt x="533715" y="23269"/>
                  </a:lnTo>
                  <a:lnTo>
                    <a:pt x="574632" y="40569"/>
                  </a:lnTo>
                  <a:lnTo>
                    <a:pt x="613074" y="62141"/>
                  </a:lnTo>
                  <a:lnTo>
                    <a:pt x="648741" y="87687"/>
                  </a:lnTo>
                  <a:lnTo>
                    <a:pt x="681334" y="116906"/>
                  </a:lnTo>
                  <a:lnTo>
                    <a:pt x="710553" y="149498"/>
                  </a:lnTo>
                  <a:lnTo>
                    <a:pt x="736098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8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8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098" y="613096"/>
                  </a:lnTo>
                  <a:lnTo>
                    <a:pt x="710553" y="648760"/>
                  </a:lnTo>
                  <a:lnTo>
                    <a:pt x="681334" y="681349"/>
                  </a:lnTo>
                  <a:lnTo>
                    <a:pt x="648741" y="710565"/>
                  </a:lnTo>
                  <a:lnTo>
                    <a:pt x="613074" y="736107"/>
                  </a:lnTo>
                  <a:lnTo>
                    <a:pt x="574632" y="757677"/>
                  </a:lnTo>
                  <a:lnTo>
                    <a:pt x="533715" y="774974"/>
                  </a:lnTo>
                  <a:lnTo>
                    <a:pt x="490621" y="787700"/>
                  </a:lnTo>
                  <a:lnTo>
                    <a:pt x="445651" y="795555"/>
                  </a:lnTo>
                  <a:lnTo>
                    <a:pt x="39910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549157" y="349461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5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148077" y="4794717"/>
            <a:ext cx="1000125" cy="1000125"/>
            <a:chOff x="12148077" y="4794717"/>
            <a:chExt cx="1000125" cy="100012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48077" y="4794717"/>
              <a:ext cx="1000125" cy="10001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251253" y="489789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30" h="798829">
                  <a:moveTo>
                    <a:pt x="399105" y="798240"/>
                  </a:moveTo>
                  <a:lnTo>
                    <a:pt x="352558" y="795555"/>
                  </a:lnTo>
                  <a:lnTo>
                    <a:pt x="307590" y="787700"/>
                  </a:lnTo>
                  <a:lnTo>
                    <a:pt x="264498" y="774974"/>
                  </a:lnTo>
                  <a:lnTo>
                    <a:pt x="223583" y="757677"/>
                  </a:lnTo>
                  <a:lnTo>
                    <a:pt x="185144" y="736107"/>
                  </a:lnTo>
                  <a:lnTo>
                    <a:pt x="149480" y="710565"/>
                  </a:lnTo>
                  <a:lnTo>
                    <a:pt x="116890" y="681349"/>
                  </a:lnTo>
                  <a:lnTo>
                    <a:pt x="87675" y="648760"/>
                  </a:lnTo>
                  <a:lnTo>
                    <a:pt x="62132" y="613096"/>
                  </a:lnTo>
                  <a:lnTo>
                    <a:pt x="40563" y="574657"/>
                  </a:lnTo>
                  <a:lnTo>
                    <a:pt x="23266" y="533741"/>
                  </a:lnTo>
                  <a:lnTo>
                    <a:pt x="10540" y="490650"/>
                  </a:lnTo>
                  <a:lnTo>
                    <a:pt x="2684" y="445681"/>
                  </a:lnTo>
                  <a:lnTo>
                    <a:pt x="0" y="399135"/>
                  </a:lnTo>
                  <a:lnTo>
                    <a:pt x="2684" y="352588"/>
                  </a:lnTo>
                  <a:lnTo>
                    <a:pt x="10540" y="307619"/>
                  </a:lnTo>
                  <a:lnTo>
                    <a:pt x="23266" y="264525"/>
                  </a:lnTo>
                  <a:lnTo>
                    <a:pt x="40563" y="223608"/>
                  </a:lnTo>
                  <a:lnTo>
                    <a:pt x="62132" y="185165"/>
                  </a:lnTo>
                  <a:lnTo>
                    <a:pt x="87675" y="149498"/>
                  </a:lnTo>
                  <a:lnTo>
                    <a:pt x="116890" y="116906"/>
                  </a:lnTo>
                  <a:lnTo>
                    <a:pt x="149480" y="87687"/>
                  </a:lnTo>
                  <a:lnTo>
                    <a:pt x="185144" y="62141"/>
                  </a:lnTo>
                  <a:lnTo>
                    <a:pt x="223583" y="40569"/>
                  </a:lnTo>
                  <a:lnTo>
                    <a:pt x="264498" y="23269"/>
                  </a:lnTo>
                  <a:lnTo>
                    <a:pt x="307590" y="10541"/>
                  </a:lnTo>
                  <a:lnTo>
                    <a:pt x="352558" y="2685"/>
                  </a:lnTo>
                  <a:lnTo>
                    <a:pt x="399105" y="0"/>
                  </a:lnTo>
                  <a:lnTo>
                    <a:pt x="445651" y="2685"/>
                  </a:lnTo>
                  <a:lnTo>
                    <a:pt x="490621" y="10541"/>
                  </a:lnTo>
                  <a:lnTo>
                    <a:pt x="533715" y="23269"/>
                  </a:lnTo>
                  <a:lnTo>
                    <a:pt x="574632" y="40569"/>
                  </a:lnTo>
                  <a:lnTo>
                    <a:pt x="613074" y="62141"/>
                  </a:lnTo>
                  <a:lnTo>
                    <a:pt x="648741" y="87687"/>
                  </a:lnTo>
                  <a:lnTo>
                    <a:pt x="681334" y="116906"/>
                  </a:lnTo>
                  <a:lnTo>
                    <a:pt x="710553" y="149498"/>
                  </a:lnTo>
                  <a:lnTo>
                    <a:pt x="736098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8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8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098" y="613096"/>
                  </a:lnTo>
                  <a:lnTo>
                    <a:pt x="710553" y="648760"/>
                  </a:lnTo>
                  <a:lnTo>
                    <a:pt x="681334" y="681349"/>
                  </a:lnTo>
                  <a:lnTo>
                    <a:pt x="648741" y="710565"/>
                  </a:lnTo>
                  <a:lnTo>
                    <a:pt x="613074" y="736107"/>
                  </a:lnTo>
                  <a:lnTo>
                    <a:pt x="574632" y="757677"/>
                  </a:lnTo>
                  <a:lnTo>
                    <a:pt x="533715" y="774974"/>
                  </a:lnTo>
                  <a:lnTo>
                    <a:pt x="490621" y="787700"/>
                  </a:lnTo>
                  <a:lnTo>
                    <a:pt x="445651" y="795555"/>
                  </a:lnTo>
                  <a:lnTo>
                    <a:pt x="39910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549157" y="505988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6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48077" y="6359986"/>
            <a:ext cx="1000125" cy="1000125"/>
            <a:chOff x="12148077" y="6359986"/>
            <a:chExt cx="1000125" cy="1000125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48077" y="6359986"/>
              <a:ext cx="1000125" cy="100012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251253" y="646316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30" h="798829">
                  <a:moveTo>
                    <a:pt x="399105" y="798240"/>
                  </a:moveTo>
                  <a:lnTo>
                    <a:pt x="352558" y="795555"/>
                  </a:lnTo>
                  <a:lnTo>
                    <a:pt x="307590" y="787700"/>
                  </a:lnTo>
                  <a:lnTo>
                    <a:pt x="264498" y="774974"/>
                  </a:lnTo>
                  <a:lnTo>
                    <a:pt x="223583" y="757677"/>
                  </a:lnTo>
                  <a:lnTo>
                    <a:pt x="185144" y="736107"/>
                  </a:lnTo>
                  <a:lnTo>
                    <a:pt x="149480" y="710565"/>
                  </a:lnTo>
                  <a:lnTo>
                    <a:pt x="116890" y="681349"/>
                  </a:lnTo>
                  <a:lnTo>
                    <a:pt x="87675" y="648760"/>
                  </a:lnTo>
                  <a:lnTo>
                    <a:pt x="62132" y="613096"/>
                  </a:lnTo>
                  <a:lnTo>
                    <a:pt x="40563" y="574657"/>
                  </a:lnTo>
                  <a:lnTo>
                    <a:pt x="23266" y="533741"/>
                  </a:lnTo>
                  <a:lnTo>
                    <a:pt x="10540" y="490650"/>
                  </a:lnTo>
                  <a:lnTo>
                    <a:pt x="2684" y="445681"/>
                  </a:lnTo>
                  <a:lnTo>
                    <a:pt x="0" y="399135"/>
                  </a:lnTo>
                  <a:lnTo>
                    <a:pt x="2684" y="352588"/>
                  </a:lnTo>
                  <a:lnTo>
                    <a:pt x="10540" y="307619"/>
                  </a:lnTo>
                  <a:lnTo>
                    <a:pt x="23266" y="264525"/>
                  </a:lnTo>
                  <a:lnTo>
                    <a:pt x="40563" y="223608"/>
                  </a:lnTo>
                  <a:lnTo>
                    <a:pt x="62132" y="185165"/>
                  </a:lnTo>
                  <a:lnTo>
                    <a:pt x="87675" y="149498"/>
                  </a:lnTo>
                  <a:lnTo>
                    <a:pt x="116890" y="116906"/>
                  </a:lnTo>
                  <a:lnTo>
                    <a:pt x="149480" y="87687"/>
                  </a:lnTo>
                  <a:lnTo>
                    <a:pt x="185144" y="62141"/>
                  </a:lnTo>
                  <a:lnTo>
                    <a:pt x="223583" y="40569"/>
                  </a:lnTo>
                  <a:lnTo>
                    <a:pt x="264498" y="23269"/>
                  </a:lnTo>
                  <a:lnTo>
                    <a:pt x="307590" y="10541"/>
                  </a:lnTo>
                  <a:lnTo>
                    <a:pt x="352558" y="2685"/>
                  </a:lnTo>
                  <a:lnTo>
                    <a:pt x="399105" y="0"/>
                  </a:lnTo>
                  <a:lnTo>
                    <a:pt x="445651" y="2685"/>
                  </a:lnTo>
                  <a:lnTo>
                    <a:pt x="490621" y="10541"/>
                  </a:lnTo>
                  <a:lnTo>
                    <a:pt x="533715" y="23269"/>
                  </a:lnTo>
                  <a:lnTo>
                    <a:pt x="574632" y="40569"/>
                  </a:lnTo>
                  <a:lnTo>
                    <a:pt x="613074" y="62141"/>
                  </a:lnTo>
                  <a:lnTo>
                    <a:pt x="648741" y="87687"/>
                  </a:lnTo>
                  <a:lnTo>
                    <a:pt x="681334" y="116906"/>
                  </a:lnTo>
                  <a:lnTo>
                    <a:pt x="710553" y="149498"/>
                  </a:lnTo>
                  <a:lnTo>
                    <a:pt x="736098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8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81"/>
                  </a:lnTo>
                  <a:lnTo>
                    <a:pt x="787698" y="490650"/>
                  </a:lnTo>
                  <a:lnTo>
                    <a:pt x="774971" y="533741"/>
                  </a:lnTo>
                  <a:lnTo>
                    <a:pt x="757671" y="574657"/>
                  </a:lnTo>
                  <a:lnTo>
                    <a:pt x="736098" y="613096"/>
                  </a:lnTo>
                  <a:lnTo>
                    <a:pt x="710553" y="648760"/>
                  </a:lnTo>
                  <a:lnTo>
                    <a:pt x="681334" y="681349"/>
                  </a:lnTo>
                  <a:lnTo>
                    <a:pt x="648741" y="710565"/>
                  </a:lnTo>
                  <a:lnTo>
                    <a:pt x="613074" y="736107"/>
                  </a:lnTo>
                  <a:lnTo>
                    <a:pt x="574632" y="757677"/>
                  </a:lnTo>
                  <a:lnTo>
                    <a:pt x="533715" y="774974"/>
                  </a:lnTo>
                  <a:lnTo>
                    <a:pt x="490621" y="787700"/>
                  </a:lnTo>
                  <a:lnTo>
                    <a:pt x="445651" y="795555"/>
                  </a:lnTo>
                  <a:lnTo>
                    <a:pt x="39910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549157" y="6625149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148077" y="7925256"/>
            <a:ext cx="1000125" cy="1000125"/>
            <a:chOff x="12148077" y="7925256"/>
            <a:chExt cx="1000125" cy="1000125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48077" y="7925256"/>
              <a:ext cx="1000125" cy="10001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2251253" y="8028431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30" h="798829">
                  <a:moveTo>
                    <a:pt x="399105" y="798240"/>
                  </a:moveTo>
                  <a:lnTo>
                    <a:pt x="352558" y="795555"/>
                  </a:lnTo>
                  <a:lnTo>
                    <a:pt x="307590" y="787699"/>
                  </a:lnTo>
                  <a:lnTo>
                    <a:pt x="264498" y="774971"/>
                  </a:lnTo>
                  <a:lnTo>
                    <a:pt x="223583" y="757671"/>
                  </a:lnTo>
                  <a:lnTo>
                    <a:pt x="185144" y="736100"/>
                  </a:lnTo>
                  <a:lnTo>
                    <a:pt x="149480" y="710555"/>
                  </a:lnTo>
                  <a:lnTo>
                    <a:pt x="116890" y="681338"/>
                  </a:lnTo>
                  <a:lnTo>
                    <a:pt x="87675" y="648747"/>
                  </a:lnTo>
                  <a:lnTo>
                    <a:pt x="62132" y="613082"/>
                  </a:lnTo>
                  <a:lnTo>
                    <a:pt x="40563" y="574643"/>
                  </a:lnTo>
                  <a:lnTo>
                    <a:pt x="23266" y="533729"/>
                  </a:lnTo>
                  <a:lnTo>
                    <a:pt x="10540" y="490640"/>
                  </a:lnTo>
                  <a:lnTo>
                    <a:pt x="2684" y="445676"/>
                  </a:lnTo>
                  <a:lnTo>
                    <a:pt x="0" y="399135"/>
                  </a:lnTo>
                  <a:lnTo>
                    <a:pt x="2684" y="352588"/>
                  </a:lnTo>
                  <a:lnTo>
                    <a:pt x="10540" y="307619"/>
                  </a:lnTo>
                  <a:lnTo>
                    <a:pt x="23266" y="264525"/>
                  </a:lnTo>
                  <a:lnTo>
                    <a:pt x="40563" y="223608"/>
                  </a:lnTo>
                  <a:lnTo>
                    <a:pt x="62132" y="185165"/>
                  </a:lnTo>
                  <a:lnTo>
                    <a:pt x="87675" y="149498"/>
                  </a:lnTo>
                  <a:lnTo>
                    <a:pt x="116890" y="116906"/>
                  </a:lnTo>
                  <a:lnTo>
                    <a:pt x="149480" y="87687"/>
                  </a:lnTo>
                  <a:lnTo>
                    <a:pt x="185144" y="62141"/>
                  </a:lnTo>
                  <a:lnTo>
                    <a:pt x="223583" y="40569"/>
                  </a:lnTo>
                  <a:lnTo>
                    <a:pt x="264498" y="23269"/>
                  </a:lnTo>
                  <a:lnTo>
                    <a:pt x="307590" y="10541"/>
                  </a:lnTo>
                  <a:lnTo>
                    <a:pt x="352558" y="2685"/>
                  </a:lnTo>
                  <a:lnTo>
                    <a:pt x="399105" y="0"/>
                  </a:lnTo>
                  <a:lnTo>
                    <a:pt x="445651" y="2685"/>
                  </a:lnTo>
                  <a:lnTo>
                    <a:pt x="490621" y="10541"/>
                  </a:lnTo>
                  <a:lnTo>
                    <a:pt x="533715" y="23269"/>
                  </a:lnTo>
                  <a:lnTo>
                    <a:pt x="574632" y="40569"/>
                  </a:lnTo>
                  <a:lnTo>
                    <a:pt x="613074" y="62141"/>
                  </a:lnTo>
                  <a:lnTo>
                    <a:pt x="648741" y="87687"/>
                  </a:lnTo>
                  <a:lnTo>
                    <a:pt x="681334" y="116906"/>
                  </a:lnTo>
                  <a:lnTo>
                    <a:pt x="710553" y="149498"/>
                  </a:lnTo>
                  <a:lnTo>
                    <a:pt x="736098" y="185165"/>
                  </a:lnTo>
                  <a:lnTo>
                    <a:pt x="757671" y="223608"/>
                  </a:lnTo>
                  <a:lnTo>
                    <a:pt x="774971" y="264525"/>
                  </a:lnTo>
                  <a:lnTo>
                    <a:pt x="787698" y="307619"/>
                  </a:lnTo>
                  <a:lnTo>
                    <a:pt x="795555" y="352588"/>
                  </a:lnTo>
                  <a:lnTo>
                    <a:pt x="798240" y="399135"/>
                  </a:lnTo>
                  <a:lnTo>
                    <a:pt x="795555" y="445676"/>
                  </a:lnTo>
                  <a:lnTo>
                    <a:pt x="787698" y="490640"/>
                  </a:lnTo>
                  <a:lnTo>
                    <a:pt x="774971" y="533729"/>
                  </a:lnTo>
                  <a:lnTo>
                    <a:pt x="757671" y="574643"/>
                  </a:lnTo>
                  <a:lnTo>
                    <a:pt x="736098" y="613082"/>
                  </a:lnTo>
                  <a:lnTo>
                    <a:pt x="710553" y="648747"/>
                  </a:lnTo>
                  <a:lnTo>
                    <a:pt x="681334" y="681338"/>
                  </a:lnTo>
                  <a:lnTo>
                    <a:pt x="648741" y="710555"/>
                  </a:lnTo>
                  <a:lnTo>
                    <a:pt x="613074" y="736100"/>
                  </a:lnTo>
                  <a:lnTo>
                    <a:pt x="574632" y="757671"/>
                  </a:lnTo>
                  <a:lnTo>
                    <a:pt x="533715" y="774971"/>
                  </a:lnTo>
                  <a:lnTo>
                    <a:pt x="490621" y="787699"/>
                  </a:lnTo>
                  <a:lnTo>
                    <a:pt x="445651" y="795555"/>
                  </a:lnTo>
                  <a:lnTo>
                    <a:pt x="399105" y="7982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549157" y="8190420"/>
            <a:ext cx="2025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00003B"/>
                </a:solidFill>
                <a:latin typeface="Arial"/>
                <a:cs typeface="Arial"/>
              </a:rPr>
              <a:t>8</a:t>
            </a:r>
            <a:endParaRPr sz="26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580" rIns="0" bIns="0" rtlCol="0">
            <a:spAutoFit/>
          </a:bodyPr>
          <a:lstStyle/>
          <a:p>
            <a:pPr marL="351155" marR="5080">
              <a:lnSpc>
                <a:spcPts val="7280"/>
              </a:lnSpc>
              <a:spcBef>
                <a:spcPts val="310"/>
              </a:spcBef>
            </a:pPr>
            <a:r>
              <a:rPr sz="6150" spc="140" dirty="0">
                <a:solidFill>
                  <a:srgbClr val="00003B"/>
                </a:solidFill>
              </a:rPr>
              <a:t>Nội</a:t>
            </a:r>
            <a:r>
              <a:rPr sz="6150" spc="-5" dirty="0">
                <a:solidFill>
                  <a:srgbClr val="00003B"/>
                </a:solidFill>
              </a:rPr>
              <a:t> </a:t>
            </a:r>
            <a:r>
              <a:rPr sz="6150" spc="95" dirty="0">
                <a:solidFill>
                  <a:srgbClr val="00003B"/>
                </a:solidFill>
              </a:rPr>
              <a:t>dung </a:t>
            </a:r>
            <a:r>
              <a:rPr sz="6150" spc="55" dirty="0">
                <a:solidFill>
                  <a:srgbClr val="00003B"/>
                </a:solidFill>
              </a:rPr>
              <a:t>chính</a:t>
            </a:r>
            <a:endParaRPr sz="6150"/>
          </a:p>
        </p:txBody>
      </p:sp>
      <p:sp>
        <p:nvSpPr>
          <p:cNvPr id="36" name="object 36"/>
          <p:cNvSpPr txBox="1"/>
          <p:nvPr/>
        </p:nvSpPr>
        <p:spPr>
          <a:xfrm>
            <a:off x="8030088" y="3502512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8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GIỚI</a:t>
            </a:r>
            <a:r>
              <a:rPr sz="2400" u="heavy" spc="-6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sz="2400" u="heavy" spc="-17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THIỆ</a:t>
            </a:r>
            <a:r>
              <a:rPr sz="2400" u="heavy" spc="-484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sz="2400" u="heavy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U</a:t>
            </a:r>
            <a:r>
              <a:rPr sz="2400" u="heavy" spc="-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sz="2400" u="heavy" spc="-10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VẤN</a:t>
            </a:r>
            <a:r>
              <a:rPr sz="2400" u="heavy" spc="-6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 </a:t>
            </a:r>
            <a:r>
              <a:rPr sz="2400" u="heavy" spc="-7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0" action="ppaction://hlinksldjump"/>
              </a:rPr>
              <a:t>ĐỀ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30088" y="5067782"/>
            <a:ext cx="3304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14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TỔNG</a:t>
            </a:r>
            <a:r>
              <a:rPr sz="2400" u="heavy" spc="-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sz="2400" u="heavy" spc="-7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QUAN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sz="2400" u="heavy" spc="-19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SẢN</a:t>
            </a:r>
            <a:r>
              <a:rPr sz="2400" u="heavy" spc="-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1" action="ppaction://hlinksldjump"/>
              </a:rPr>
              <a:t>PHẨM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30088" y="6633052"/>
            <a:ext cx="2760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14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2" action="ppaction://hlinksldjump"/>
              </a:rPr>
              <a:t>CHỨC</a:t>
            </a:r>
            <a:r>
              <a:rPr sz="2400" u="heavy" spc="-4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2" action="ppaction://hlinksldjump"/>
              </a:rPr>
              <a:t> </a:t>
            </a:r>
            <a:r>
              <a:rPr sz="2400" u="heavy" spc="-114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2" action="ppaction://hlinksldjump"/>
              </a:rPr>
              <a:t>NĂNG</a:t>
            </a:r>
            <a:r>
              <a:rPr sz="2400" u="heavy" spc="-4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2" action="ppaction://hlinksldjump"/>
              </a:rPr>
              <a:t> </a:t>
            </a:r>
            <a:r>
              <a:rPr sz="2400" u="heavy" spc="-2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2" action="ppaction://hlinksldjump"/>
              </a:rPr>
              <a:t>CHÍNH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0088" y="8198322"/>
            <a:ext cx="3079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14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KIẾN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 </a:t>
            </a:r>
            <a:r>
              <a:rPr sz="2400" u="heavy" spc="-18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TRÚC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 </a:t>
            </a:r>
            <a:r>
              <a:rPr sz="2400" u="heavy" spc="-27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HỆ</a:t>
            </a:r>
            <a:r>
              <a:rPr sz="2400" u="heavy" spc="12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 </a:t>
            </a:r>
            <a:r>
              <a:rPr sz="2400" u="heavy" spc="-6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3" action="ppaction://hlinksldjump"/>
              </a:rPr>
              <a:t>THỐNG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684250" y="3502512"/>
            <a:ext cx="3116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17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CÔNG</a:t>
            </a:r>
            <a:r>
              <a:rPr sz="2400" u="heavy" spc="-6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 </a:t>
            </a:r>
            <a:r>
              <a:rPr sz="2400" u="heavy" spc="-19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NGHỆ</a:t>
            </a:r>
            <a:r>
              <a:rPr sz="2400" u="heavy" spc="9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 </a:t>
            </a:r>
            <a:r>
              <a:rPr sz="2400" u="heavy" spc="-22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SỬ</a:t>
            </a:r>
            <a:r>
              <a:rPr sz="2400" u="heavy" spc="-6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 </a:t>
            </a:r>
            <a:r>
              <a:rPr sz="2400" u="heavy" spc="-4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D</a:t>
            </a:r>
            <a:r>
              <a:rPr sz="2400" u="heavy" spc="-57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Ụ</a:t>
            </a:r>
            <a:r>
              <a:rPr sz="2400" u="heavy" spc="-11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 </a:t>
            </a:r>
            <a:r>
              <a:rPr sz="2400" u="heavy" spc="-3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4" action="ppaction://hlinksldjump"/>
              </a:rPr>
              <a:t>NG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684250" y="5067782"/>
            <a:ext cx="2160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12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DEMO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 </a:t>
            </a:r>
            <a:r>
              <a:rPr sz="2400" u="heavy" spc="-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TH</a:t>
            </a:r>
            <a:r>
              <a:rPr sz="2400" u="heavy" spc="-58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Ự</a:t>
            </a:r>
            <a:r>
              <a:rPr sz="2400" u="heavy" spc="-9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 </a:t>
            </a:r>
            <a:r>
              <a:rPr sz="2400" u="heavy" spc="-26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C</a:t>
            </a:r>
            <a:r>
              <a:rPr sz="2400" u="heavy" spc="-4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 </a:t>
            </a:r>
            <a:r>
              <a:rPr sz="2400" u="heavy" spc="-18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5" action="ppaction://hlinksldjump"/>
              </a:rPr>
              <a:t>TẾ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684250" y="6633052"/>
            <a:ext cx="278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229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KẾT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 </a:t>
            </a:r>
            <a:r>
              <a:rPr sz="2400" u="heavy" spc="-10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QUẢ</a:t>
            </a:r>
            <a:r>
              <a:rPr sz="2400" u="heavy" spc="-5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 </a:t>
            </a:r>
            <a:r>
              <a:rPr sz="2400" u="heavy" spc="-30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ĐẠ</a:t>
            </a:r>
            <a:r>
              <a:rPr sz="2400" u="heavy" spc="-27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 </a:t>
            </a:r>
            <a:r>
              <a:rPr sz="2400" u="heavy" spc="-1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T</a:t>
            </a:r>
            <a:r>
              <a:rPr sz="2400" u="heavy" spc="-4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 </a:t>
            </a:r>
            <a:r>
              <a:rPr sz="2400" u="heavy" spc="-6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ĐƯ</a:t>
            </a:r>
            <a:r>
              <a:rPr sz="2400" u="heavy" spc="-63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Ợ</a:t>
            </a:r>
            <a:r>
              <a:rPr sz="2400" u="heavy" spc="-10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 </a:t>
            </a:r>
            <a:r>
              <a:rPr sz="2400" u="heavy" spc="-31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6" action="ppaction://hlinksldjump"/>
              </a:rPr>
              <a:t>C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684250" y="8198322"/>
            <a:ext cx="2835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8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7" action="ppaction://hlinksldjump"/>
              </a:rPr>
              <a:t>HƯỚNG</a:t>
            </a:r>
            <a:r>
              <a:rPr sz="2400" u="heavy" spc="-60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7" action="ppaction://hlinksldjump"/>
              </a:rPr>
              <a:t> </a:t>
            </a:r>
            <a:r>
              <a:rPr sz="2400" u="heavy" spc="-13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7" action="ppaction://hlinksldjump"/>
              </a:rPr>
              <a:t>PHÁT</a:t>
            </a:r>
            <a:r>
              <a:rPr sz="2400" u="heavy" spc="-5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7" action="ppaction://hlinksldjump"/>
              </a:rPr>
              <a:t> </a:t>
            </a:r>
            <a:r>
              <a:rPr sz="2400" u="heavy" spc="-125" dirty="0">
                <a:solidFill>
                  <a:srgbClr val="00003B"/>
                </a:solidFill>
                <a:uFill>
                  <a:solidFill>
                    <a:srgbClr val="00003B"/>
                  </a:solidFill>
                </a:uFill>
                <a:latin typeface="Microsoft Sans Serif"/>
                <a:cs typeface="Microsoft Sans Serif"/>
                <a:hlinkClick r:id="rId17" action="ppaction://hlinksldjump"/>
              </a:rPr>
              <a:t>TRIỂN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46" name="object 46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4444"/>
            <a:ext cx="8766754" cy="80825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05293" y="2650473"/>
            <a:ext cx="5845175" cy="21494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75945" marR="5080" indent="-563880">
              <a:lnSpc>
                <a:spcPts val="8330"/>
              </a:lnSpc>
              <a:spcBef>
                <a:spcPts val="265"/>
              </a:spcBef>
            </a:pPr>
            <a:r>
              <a:rPr b="0" spc="-800" dirty="0">
                <a:solidFill>
                  <a:srgbClr val="00003B"/>
                </a:solidFill>
                <a:latin typeface="Calibri"/>
                <a:cs typeface="Calibri"/>
              </a:rPr>
              <a:t>1.</a:t>
            </a:r>
            <a:r>
              <a:rPr b="0" spc="-885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3B"/>
                </a:solidFill>
              </a:rPr>
              <a:t>Giới</a:t>
            </a:r>
            <a:r>
              <a:rPr spc="-155" dirty="0">
                <a:solidFill>
                  <a:srgbClr val="00003B"/>
                </a:solidFill>
              </a:rPr>
              <a:t> </a:t>
            </a:r>
            <a:r>
              <a:rPr dirty="0">
                <a:solidFill>
                  <a:srgbClr val="00003B"/>
                </a:solidFill>
              </a:rPr>
              <a:t>thiệu</a:t>
            </a:r>
            <a:r>
              <a:rPr spc="-105" dirty="0">
                <a:solidFill>
                  <a:srgbClr val="00003B"/>
                </a:solidFill>
              </a:rPr>
              <a:t> </a:t>
            </a:r>
            <a:r>
              <a:rPr spc="50" dirty="0">
                <a:solidFill>
                  <a:srgbClr val="00003B"/>
                </a:solidFill>
              </a:rPr>
              <a:t>vấn </a:t>
            </a:r>
            <a:r>
              <a:rPr spc="-25" dirty="0">
                <a:solidFill>
                  <a:srgbClr val="00003B"/>
                </a:solidFill>
              </a:rPr>
              <a:t>đề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5456" y="5233590"/>
            <a:ext cx="137341" cy="1373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5456" y="6446773"/>
            <a:ext cx="137341" cy="1373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5456" y="7659955"/>
            <a:ext cx="137341" cy="1373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47898" y="4896604"/>
            <a:ext cx="6177280" cy="3665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775">
              <a:lnSpc>
                <a:spcPct val="115399"/>
              </a:lnSpc>
              <a:spcBef>
                <a:spcPts val="95"/>
              </a:spcBef>
            </a:pP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Nhu</a:t>
            </a:r>
            <a:r>
              <a:rPr sz="3450" spc="-9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cầu</a:t>
            </a:r>
            <a:r>
              <a:rPr sz="3450" spc="-9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giao</a:t>
            </a:r>
            <a:r>
              <a:rPr sz="3450" spc="-9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80" dirty="0">
                <a:solidFill>
                  <a:srgbClr val="00003B"/>
                </a:solidFill>
                <a:latin typeface="Microsoft Sans Serif"/>
                <a:cs typeface="Microsoft Sans Serif"/>
              </a:rPr>
              <a:t>tiếp</a:t>
            </a:r>
            <a:r>
              <a:rPr sz="3450" spc="-8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nhanh</a:t>
            </a:r>
            <a:r>
              <a:rPr sz="3450" spc="-9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chóng </a:t>
            </a:r>
            <a:r>
              <a:rPr sz="3450" spc="55" dirty="0">
                <a:solidFill>
                  <a:srgbClr val="00003B"/>
                </a:solidFill>
                <a:latin typeface="Microsoft Sans Serif"/>
                <a:cs typeface="Microsoft Sans Serif"/>
              </a:rPr>
              <a:t>trong</a:t>
            </a:r>
            <a:r>
              <a:rPr sz="3450" spc="-114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mạng</a:t>
            </a:r>
            <a:r>
              <a:rPr sz="3450" spc="-11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-25" dirty="0">
                <a:solidFill>
                  <a:srgbClr val="00003B"/>
                </a:solidFill>
                <a:latin typeface="Microsoft Sans Serif"/>
                <a:cs typeface="Microsoft Sans Serif"/>
              </a:rPr>
              <a:t>LAN</a:t>
            </a:r>
            <a:endParaRPr sz="3450">
              <a:latin typeface="Microsoft Sans Serif"/>
              <a:cs typeface="Microsoft Sans Serif"/>
            </a:endParaRPr>
          </a:p>
          <a:p>
            <a:pPr marL="12700" marR="363855" indent="104775">
              <a:lnSpc>
                <a:spcPts val="4780"/>
              </a:lnSpc>
              <a:spcBef>
                <a:spcPts val="265"/>
              </a:spcBef>
            </a:pPr>
            <a:r>
              <a:rPr sz="345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Chia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-195" dirty="0">
                <a:solidFill>
                  <a:srgbClr val="00003B"/>
                </a:solidFill>
                <a:latin typeface="Microsoft Sans Serif"/>
                <a:cs typeface="Microsoft Sans Serif"/>
              </a:rPr>
              <a:t>sẻ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thông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110" dirty="0">
                <a:solidFill>
                  <a:srgbClr val="00003B"/>
                </a:solidFill>
                <a:latin typeface="Microsoft Sans Serif"/>
                <a:cs typeface="Microsoft Sans Serif"/>
              </a:rPr>
              <a:t>tin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và</a:t>
            </a:r>
            <a:r>
              <a:rPr sz="3450" spc="-7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110" dirty="0">
                <a:solidFill>
                  <a:srgbClr val="00003B"/>
                </a:solidFill>
                <a:latin typeface="Microsoft Sans Serif"/>
                <a:cs typeface="Microsoft Sans Serif"/>
              </a:rPr>
              <a:t>file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45" dirty="0">
                <a:solidFill>
                  <a:srgbClr val="00003B"/>
                </a:solidFill>
                <a:latin typeface="Microsoft Sans Serif"/>
                <a:cs typeface="Microsoft Sans Serif"/>
              </a:rPr>
              <a:t>trong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nhóm</a:t>
            </a:r>
            <a:r>
              <a:rPr sz="345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70" dirty="0">
                <a:solidFill>
                  <a:srgbClr val="00003B"/>
                </a:solidFill>
                <a:latin typeface="Microsoft Sans Serif"/>
                <a:cs typeface="Microsoft Sans Serif"/>
              </a:rPr>
              <a:t>làm</a:t>
            </a:r>
            <a:r>
              <a:rPr sz="345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-20" dirty="0">
                <a:solidFill>
                  <a:srgbClr val="00003B"/>
                </a:solidFill>
                <a:latin typeface="Microsoft Sans Serif"/>
                <a:cs typeface="Microsoft Sans Serif"/>
              </a:rPr>
              <a:t>việc</a:t>
            </a:r>
            <a:endParaRPr sz="3450">
              <a:latin typeface="Microsoft Sans Serif"/>
              <a:cs typeface="Microsoft Sans Serif"/>
            </a:endParaRPr>
          </a:p>
          <a:p>
            <a:pPr marL="117475">
              <a:lnSpc>
                <a:spcPct val="100000"/>
              </a:lnSpc>
              <a:spcBef>
                <a:spcPts val="365"/>
              </a:spcBef>
            </a:pP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Ứng</a:t>
            </a:r>
            <a:r>
              <a:rPr sz="345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dụng</a:t>
            </a:r>
            <a:r>
              <a:rPr sz="345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kiến</a:t>
            </a:r>
            <a:r>
              <a:rPr sz="345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thức</a:t>
            </a:r>
            <a:r>
              <a:rPr sz="345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Socket</a:t>
            </a:r>
            <a:endParaRPr sz="3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Programming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vào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thực</a:t>
            </a:r>
            <a:r>
              <a:rPr sz="3450" spc="-7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3450" spc="45" dirty="0">
                <a:solidFill>
                  <a:srgbClr val="00003B"/>
                </a:solidFill>
                <a:latin typeface="Microsoft Sans Serif"/>
                <a:cs typeface="Microsoft Sans Serif"/>
              </a:rPr>
              <a:t>tế</a:t>
            </a:r>
            <a:endParaRPr sz="34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757020" y="8985869"/>
            <a:ext cx="502284" cy="502284"/>
            <a:chOff x="16757020" y="8985869"/>
            <a:chExt cx="502284" cy="502284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57020" y="8985869"/>
              <a:ext cx="502146" cy="502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57927" y="9124914"/>
              <a:ext cx="135289" cy="22408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259187" y="9124304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00003B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5" name="object 1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691283" y="757541"/>
            <a:ext cx="8596630" cy="9530080"/>
            <a:chOff x="9691283" y="757541"/>
            <a:chExt cx="8596630" cy="953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1283" y="757541"/>
              <a:ext cx="8596514" cy="95293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77847" y="2350769"/>
              <a:ext cx="4877422" cy="79362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8483" y="2632648"/>
              <a:ext cx="4227027" cy="7654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57020" y="956821"/>
              <a:ext cx="502146" cy="502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57927" y="1095849"/>
              <a:ext cx="135289" cy="22408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259187" y="1095254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00003B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2" name="object 12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5116" y="4480618"/>
            <a:ext cx="158360" cy="1583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5116" y="5177403"/>
            <a:ext cx="158360" cy="1583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95116" y="5874189"/>
            <a:ext cx="158360" cy="1583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95116" y="6570974"/>
            <a:ext cx="158360" cy="1583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95116" y="7267761"/>
            <a:ext cx="158360" cy="1583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537914" y="4110024"/>
            <a:ext cx="7727950" cy="35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3380">
              <a:lnSpc>
                <a:spcPct val="114300"/>
              </a:lnSpc>
              <a:spcBef>
                <a:spcPts val="100"/>
              </a:spcBef>
            </a:pP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Ứng</a:t>
            </a:r>
            <a:r>
              <a:rPr sz="4000" spc="-1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dụng</a:t>
            </a:r>
            <a:r>
              <a:rPr sz="4000" spc="-1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nhắn</a:t>
            </a:r>
            <a:r>
              <a:rPr sz="4000" spc="-1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114" dirty="0">
                <a:solidFill>
                  <a:srgbClr val="00003B"/>
                </a:solidFill>
                <a:latin typeface="Microsoft Sans Serif"/>
                <a:cs typeface="Microsoft Sans Serif"/>
              </a:rPr>
              <a:t>tin</a:t>
            </a:r>
            <a:r>
              <a:rPr sz="4000" spc="-15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11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thời</a:t>
            </a:r>
            <a:r>
              <a:rPr sz="4000" spc="-1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gian</a:t>
            </a:r>
            <a:r>
              <a:rPr sz="4000" spc="-1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thực </a:t>
            </a:r>
            <a:r>
              <a:rPr sz="4000" spc="-65" dirty="0">
                <a:solidFill>
                  <a:srgbClr val="00003B"/>
                </a:solidFill>
                <a:latin typeface="Microsoft Sans Serif"/>
                <a:cs typeface="Microsoft Sans Serif"/>
              </a:rPr>
              <a:t>Kiến</a:t>
            </a:r>
            <a:r>
              <a:rPr sz="4000" spc="-13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65" dirty="0">
                <a:solidFill>
                  <a:srgbClr val="00003B"/>
                </a:solidFill>
                <a:latin typeface="Microsoft Sans Serif"/>
                <a:cs typeface="Microsoft Sans Serif"/>
              </a:rPr>
              <a:t>trúc</a:t>
            </a:r>
            <a:r>
              <a:rPr sz="4000" spc="-13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Client-</a:t>
            </a:r>
            <a:r>
              <a:rPr sz="400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Server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4300"/>
              </a:lnSpc>
            </a:pP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Hỗ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135" dirty="0">
                <a:solidFill>
                  <a:srgbClr val="00003B"/>
                </a:solidFill>
                <a:latin typeface="Microsoft Sans Serif"/>
                <a:cs typeface="Microsoft Sans Serif"/>
              </a:rPr>
              <a:t>trợ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nhiều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người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dùng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đồng</a:t>
            </a:r>
            <a:r>
              <a:rPr sz="4000" spc="-9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9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thời </a:t>
            </a:r>
            <a:r>
              <a:rPr sz="4000" spc="-60" dirty="0">
                <a:solidFill>
                  <a:srgbClr val="00003B"/>
                </a:solidFill>
                <a:latin typeface="Microsoft Sans Serif"/>
                <a:cs typeface="Microsoft Sans Serif"/>
              </a:rPr>
              <a:t>Giao</a:t>
            </a:r>
            <a:r>
              <a:rPr sz="4000" spc="-6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thức</a:t>
            </a:r>
            <a:r>
              <a:rPr sz="4000" spc="-6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-195" dirty="0">
                <a:solidFill>
                  <a:srgbClr val="00003B"/>
                </a:solidFill>
                <a:latin typeface="Microsoft Sans Serif"/>
                <a:cs typeface="Microsoft Sans Serif"/>
              </a:rPr>
              <a:t>TCP/IP</a:t>
            </a:r>
            <a:r>
              <a:rPr sz="4000" spc="-6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Socket</a:t>
            </a:r>
            <a:endParaRPr sz="4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400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Python</a:t>
            </a:r>
            <a:r>
              <a:rPr sz="4000" spc="-26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+</a:t>
            </a:r>
            <a:r>
              <a:rPr sz="4000" spc="-23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-155" dirty="0">
                <a:solidFill>
                  <a:srgbClr val="00003B"/>
                </a:solidFill>
                <a:latin typeface="Microsoft Sans Serif"/>
                <a:cs typeface="Microsoft Sans Serif"/>
              </a:rPr>
              <a:t>SQLite</a:t>
            </a:r>
            <a:r>
              <a:rPr sz="4000" spc="-11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0003B"/>
                </a:solidFill>
                <a:latin typeface="Microsoft Sans Serif"/>
                <a:cs typeface="Microsoft Sans Serif"/>
              </a:rPr>
              <a:t>+</a:t>
            </a:r>
            <a:r>
              <a:rPr sz="4000" spc="-20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Tkinter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787673" y="2287301"/>
            <a:ext cx="875601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14" dirty="0">
                <a:solidFill>
                  <a:srgbClr val="00003B"/>
                </a:solidFill>
                <a:latin typeface="Calibri"/>
                <a:cs typeface="Calibri"/>
              </a:rPr>
              <a:t>2.</a:t>
            </a:r>
            <a:r>
              <a:rPr b="0" spc="-880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pc="215" dirty="0">
                <a:solidFill>
                  <a:srgbClr val="00003B"/>
                </a:solidFill>
              </a:rPr>
              <a:t>Tổng</a:t>
            </a:r>
            <a:r>
              <a:rPr spc="5" dirty="0">
                <a:solidFill>
                  <a:srgbClr val="00003B"/>
                </a:solidFill>
              </a:rPr>
              <a:t> </a:t>
            </a:r>
            <a:r>
              <a:rPr spc="95" dirty="0">
                <a:solidFill>
                  <a:srgbClr val="00003B"/>
                </a:solidFill>
              </a:rPr>
              <a:t>quan</a:t>
            </a:r>
            <a:r>
              <a:rPr spc="5" dirty="0">
                <a:solidFill>
                  <a:srgbClr val="00003B"/>
                </a:solidFill>
              </a:rPr>
              <a:t> </a:t>
            </a:r>
            <a:r>
              <a:rPr spc="85" dirty="0">
                <a:solidFill>
                  <a:srgbClr val="00003B"/>
                </a:solidFill>
              </a:rPr>
              <a:t>sản</a:t>
            </a:r>
            <a:r>
              <a:rPr spc="5" dirty="0">
                <a:solidFill>
                  <a:srgbClr val="00003B"/>
                </a:solidFill>
              </a:rPr>
              <a:t> </a:t>
            </a:r>
            <a:r>
              <a:rPr spc="145" dirty="0">
                <a:solidFill>
                  <a:srgbClr val="00003B"/>
                </a:solidFill>
              </a:rPr>
              <a:t>phẩm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" y="7507682"/>
            <a:ext cx="8929351" cy="277912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681051" y="3484900"/>
            <a:ext cx="85725" cy="828675"/>
            <a:chOff x="12681051" y="3484900"/>
            <a:chExt cx="85725" cy="8286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81051" y="3484900"/>
              <a:ext cx="85725" cy="857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81051" y="3856375"/>
              <a:ext cx="85725" cy="85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81051" y="4227850"/>
              <a:ext cx="85725" cy="857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439751" y="2752490"/>
            <a:ext cx="3182620" cy="166560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00" b="1" spc="275" dirty="0">
                <a:solidFill>
                  <a:srgbClr val="F7F7F7"/>
                </a:solidFill>
                <a:latin typeface="Calibri"/>
                <a:cs typeface="Calibri"/>
              </a:rPr>
              <a:t>AUTHENTICATION</a:t>
            </a:r>
            <a:endParaRPr sz="2200">
              <a:latin typeface="Calibri"/>
              <a:cs typeface="Calibri"/>
            </a:endParaRPr>
          </a:p>
          <a:p>
            <a:pPr marL="529590" marR="5080" algn="just">
              <a:lnSpc>
                <a:spcPct val="116100"/>
              </a:lnSpc>
              <a:spcBef>
                <a:spcPts val="525"/>
              </a:spcBef>
            </a:pPr>
            <a:r>
              <a:rPr sz="21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Đăng</a:t>
            </a:r>
            <a:r>
              <a:rPr sz="21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ký</a:t>
            </a:r>
            <a:r>
              <a:rPr sz="21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60" dirty="0">
                <a:solidFill>
                  <a:srgbClr val="F7F7F7"/>
                </a:solidFill>
                <a:latin typeface="Microsoft Sans Serif"/>
                <a:cs typeface="Microsoft Sans Serif"/>
              </a:rPr>
              <a:t>tài</a:t>
            </a:r>
            <a:r>
              <a:rPr sz="21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khoản</a:t>
            </a:r>
            <a:r>
              <a:rPr sz="2100" spc="-5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mới </a:t>
            </a:r>
            <a:r>
              <a:rPr sz="21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Đăng</a:t>
            </a:r>
            <a:r>
              <a:rPr sz="2100" spc="-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nhập/Đăng</a:t>
            </a:r>
            <a:r>
              <a:rPr sz="2100" spc="-3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xuất Quản</a:t>
            </a:r>
            <a:r>
              <a:rPr sz="21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50" dirty="0">
                <a:solidFill>
                  <a:srgbClr val="F7F7F7"/>
                </a:solidFill>
                <a:latin typeface="Microsoft Sans Serif"/>
                <a:cs typeface="Microsoft Sans Serif"/>
              </a:rPr>
              <a:t>lý</a:t>
            </a:r>
            <a:r>
              <a:rPr sz="21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75" dirty="0">
                <a:solidFill>
                  <a:srgbClr val="F7F7F7"/>
                </a:solidFill>
                <a:latin typeface="Microsoft Sans Serif"/>
                <a:cs typeface="Microsoft Sans Serif"/>
              </a:rPr>
              <a:t>session</a:t>
            </a:r>
            <a:r>
              <a:rPr sz="21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user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80427" y="-10265"/>
            <a:ext cx="5714861" cy="435688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6757020" y="8985869"/>
            <a:ext cx="502284" cy="502284"/>
            <a:chOff x="16757020" y="8985869"/>
            <a:chExt cx="502284" cy="502284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57020" y="8985869"/>
              <a:ext cx="502146" cy="502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57927" y="9124914"/>
              <a:ext cx="135289" cy="22408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259187" y="9124274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F7F7F7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7F7F7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5" name="object 1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79817" y="2306165"/>
            <a:ext cx="4243943" cy="270441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79817" y="5261426"/>
            <a:ext cx="4243943" cy="2719395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 marR="5080" indent="-755015">
              <a:lnSpc>
                <a:spcPct val="100000"/>
              </a:lnSpc>
              <a:spcBef>
                <a:spcPts val="100"/>
              </a:spcBef>
            </a:pPr>
            <a:r>
              <a:rPr b="0" spc="-60" dirty="0">
                <a:latin typeface="Calibri"/>
                <a:cs typeface="Calibri"/>
              </a:rPr>
              <a:t>3.</a:t>
            </a:r>
            <a:r>
              <a:rPr b="0" spc="-830" dirty="0">
                <a:latin typeface="Calibri"/>
                <a:cs typeface="Calibri"/>
              </a:rPr>
              <a:t> </a:t>
            </a:r>
            <a:r>
              <a:rPr dirty="0"/>
              <a:t>Chức</a:t>
            </a:r>
            <a:r>
              <a:rPr spc="114" dirty="0"/>
              <a:t> </a:t>
            </a:r>
            <a:r>
              <a:rPr spc="60" dirty="0"/>
              <a:t>năng </a:t>
            </a:r>
            <a:r>
              <a:rPr spc="55" dirty="0"/>
              <a:t>chính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82729" y="5805706"/>
            <a:ext cx="477520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-135" dirty="0">
                <a:solidFill>
                  <a:srgbClr val="F7F7F7"/>
                </a:solidFill>
                <a:latin typeface="Microsoft Sans Serif"/>
                <a:cs typeface="Microsoft Sans Serif"/>
              </a:rPr>
              <a:t>Các</a:t>
            </a:r>
            <a:r>
              <a:rPr sz="2800" spc="-7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7F7F7"/>
                </a:solidFill>
                <a:latin typeface="Microsoft Sans Serif"/>
                <a:cs typeface="Microsoft Sans Serif"/>
              </a:rPr>
              <a:t>chức</a:t>
            </a:r>
            <a:r>
              <a:rPr sz="2800" spc="-19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năng</a:t>
            </a:r>
            <a:r>
              <a:rPr sz="2800" spc="-1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7F7F7"/>
                </a:solidFill>
                <a:latin typeface="Microsoft Sans Serif"/>
                <a:cs typeface="Microsoft Sans Serif"/>
              </a:rPr>
              <a:t>cơ</a:t>
            </a:r>
            <a:r>
              <a:rPr sz="2800" spc="-14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7F7F7"/>
                </a:solidFill>
                <a:latin typeface="Microsoft Sans Serif"/>
                <a:cs typeface="Microsoft Sans Serif"/>
              </a:rPr>
              <a:t>bản</a:t>
            </a:r>
            <a:r>
              <a:rPr sz="2800" spc="-1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của</a:t>
            </a:r>
            <a:r>
              <a:rPr sz="2800" spc="-1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ứng </a:t>
            </a:r>
            <a:r>
              <a:rPr sz="28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dụng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1051" y="6242425"/>
            <a:ext cx="85725" cy="857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1051" y="6613900"/>
            <a:ext cx="85725" cy="857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1051" y="6985375"/>
            <a:ext cx="85725" cy="8572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439751" y="5510004"/>
            <a:ext cx="4368800" cy="166560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00" b="1" spc="245" dirty="0">
                <a:solidFill>
                  <a:srgbClr val="F7F7F7"/>
                </a:solidFill>
                <a:latin typeface="Calibri"/>
                <a:cs typeface="Calibri"/>
              </a:rPr>
              <a:t>MESSAGING</a:t>
            </a:r>
            <a:endParaRPr sz="2200">
              <a:latin typeface="Calibri"/>
              <a:cs typeface="Calibri"/>
            </a:endParaRPr>
          </a:p>
          <a:p>
            <a:pPr marL="465455" marR="5080">
              <a:lnSpc>
                <a:spcPct val="116100"/>
              </a:lnSpc>
              <a:spcBef>
                <a:spcPts val="525"/>
              </a:spcBef>
            </a:pPr>
            <a:r>
              <a:rPr sz="21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Chat</a:t>
            </a:r>
            <a:r>
              <a:rPr sz="21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công</a:t>
            </a:r>
            <a:r>
              <a:rPr sz="2100" spc="-6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khai</a:t>
            </a:r>
            <a:r>
              <a:rPr sz="2100" spc="-6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(broadcast</a:t>
            </a:r>
            <a:r>
              <a:rPr sz="2100" spc="-6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75" dirty="0">
                <a:solidFill>
                  <a:srgbClr val="F7F7F7"/>
                </a:solidFill>
                <a:latin typeface="Microsoft Sans Serif"/>
                <a:cs typeface="Microsoft Sans Serif"/>
              </a:rPr>
              <a:t>tất</a:t>
            </a:r>
            <a:r>
              <a:rPr sz="21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cả) </a:t>
            </a:r>
            <a:r>
              <a:rPr sz="21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Chat</a:t>
            </a:r>
            <a:r>
              <a:rPr sz="2100" spc="-4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riêng</a:t>
            </a:r>
            <a:r>
              <a:rPr sz="2100" spc="-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60" dirty="0">
                <a:solidFill>
                  <a:srgbClr val="F7F7F7"/>
                </a:solidFill>
                <a:latin typeface="Microsoft Sans Serif"/>
                <a:cs typeface="Microsoft Sans Serif"/>
              </a:rPr>
              <a:t>tư</a:t>
            </a:r>
            <a:r>
              <a:rPr sz="2100" spc="-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(1-</a:t>
            </a:r>
            <a:r>
              <a:rPr sz="21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1)</a:t>
            </a:r>
            <a:endParaRPr sz="2100">
              <a:latin typeface="Microsoft Sans Serif"/>
              <a:cs typeface="Microsoft Sans Serif"/>
            </a:endParaRPr>
          </a:p>
          <a:p>
            <a:pPr marL="465455">
              <a:lnSpc>
                <a:spcPct val="100000"/>
              </a:lnSpc>
              <a:spcBef>
                <a:spcPts val="405"/>
              </a:spcBef>
            </a:pP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Tin</a:t>
            </a:r>
            <a:r>
              <a:rPr sz="21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nhắn</a:t>
            </a:r>
            <a:r>
              <a:rPr sz="21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F7F7F7"/>
                </a:solidFill>
                <a:latin typeface="Microsoft Sans Serif"/>
                <a:cs typeface="Microsoft Sans Serif"/>
              </a:rPr>
              <a:t>real-</a:t>
            </a:r>
            <a:r>
              <a:rPr sz="21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time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90391" y="1095205"/>
            <a:ext cx="188404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u="sng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Quay</a:t>
            </a:r>
            <a:r>
              <a:rPr sz="1100" b="1" u="sng" spc="265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lại</a:t>
            </a:r>
            <a:r>
              <a:rPr sz="1100" b="1" u="sng" spc="50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spc="-10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chương</a:t>
            </a:r>
            <a:r>
              <a:rPr sz="1100" b="1" spc="-120" dirty="0">
                <a:solidFill>
                  <a:srgbClr val="F7F7F7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spc="-95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trình</a:t>
            </a:r>
            <a:r>
              <a:rPr sz="1100" b="1" u="sng" spc="50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làm</a:t>
            </a:r>
            <a:r>
              <a:rPr sz="1100" b="1" u="sng" spc="50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b="1" u="sng" spc="-20" dirty="0">
                <a:solidFill>
                  <a:srgbClr val="F7F7F7"/>
                </a:solidFill>
                <a:uFill>
                  <a:solidFill>
                    <a:srgbClr val="F7F7F7"/>
                  </a:solidFill>
                </a:uFill>
                <a:latin typeface="Calibri"/>
                <a:cs typeface="Calibri"/>
                <a:hlinkClick r:id="rId2" action="ppaction://hlinksldjump"/>
              </a:rPr>
              <a:t>việc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029783"/>
            <a:ext cx="8416290" cy="9257665"/>
            <a:chOff x="0" y="1029783"/>
            <a:chExt cx="8416290" cy="92576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41308"/>
              <a:ext cx="3429252" cy="51456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69383" y="1827478"/>
              <a:ext cx="5246357" cy="5245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0115" y="8169919"/>
              <a:ext cx="95250" cy="95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0115" y="8589019"/>
              <a:ext cx="95250" cy="95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0115" y="9008119"/>
              <a:ext cx="95250" cy="952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74365" y="1071706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7F7F7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0240" y="7479348"/>
            <a:ext cx="3745865" cy="21647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200" b="1" spc="265" dirty="0">
                <a:solidFill>
                  <a:srgbClr val="F7F7F7"/>
                </a:solidFill>
                <a:latin typeface="Calibri"/>
                <a:cs typeface="Calibri"/>
              </a:rPr>
              <a:t>FILE</a:t>
            </a:r>
            <a:r>
              <a:rPr sz="2200" b="1" spc="39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90" dirty="0">
                <a:solidFill>
                  <a:srgbClr val="F7F7F7"/>
                </a:solidFill>
                <a:latin typeface="Calibri"/>
                <a:cs typeface="Calibri"/>
              </a:rPr>
              <a:t>TRANSFER</a:t>
            </a:r>
            <a:endParaRPr sz="2200">
              <a:latin typeface="Calibri"/>
              <a:cs typeface="Calibri"/>
            </a:endParaRPr>
          </a:p>
          <a:p>
            <a:pPr marL="530225" marR="5080" indent="73025">
              <a:lnSpc>
                <a:spcPct val="114599"/>
              </a:lnSpc>
              <a:spcBef>
                <a:spcPts val="320"/>
              </a:spcBef>
            </a:pP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Upload/Download</a:t>
            </a:r>
            <a:r>
              <a:rPr sz="2400" spc="4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55" dirty="0">
                <a:solidFill>
                  <a:srgbClr val="F7F7F7"/>
                </a:solidFill>
                <a:latin typeface="Microsoft Sans Serif"/>
                <a:cs typeface="Microsoft Sans Serif"/>
              </a:rPr>
              <a:t>file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Hỗ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80" dirty="0">
                <a:solidFill>
                  <a:srgbClr val="F7F7F7"/>
                </a:solidFill>
                <a:latin typeface="Microsoft Sans Serif"/>
                <a:cs typeface="Microsoft Sans Serif"/>
              </a:rPr>
              <a:t>trợ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nhiều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định</a:t>
            </a:r>
            <a:r>
              <a:rPr sz="2400" spc="-2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dạng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Validation</a:t>
            </a:r>
            <a:r>
              <a:rPr sz="2400" spc="114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kích</a:t>
            </a:r>
            <a:r>
              <a:rPr sz="2400" spc="114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thước</a:t>
            </a:r>
            <a:r>
              <a:rPr sz="2400" spc="12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7F7F7"/>
                </a:solidFill>
                <a:latin typeface="Microsoft Sans Serif"/>
                <a:cs typeface="Microsoft Sans Serif"/>
              </a:rPr>
              <a:t>&amp; </a:t>
            </a:r>
            <a:r>
              <a:rPr sz="2400" spc="55" dirty="0">
                <a:solidFill>
                  <a:srgbClr val="F7F7F7"/>
                </a:solidFill>
                <a:latin typeface="Microsoft Sans Serif"/>
                <a:cs typeface="Microsoft Sans Serif"/>
              </a:rPr>
              <a:t>loại</a:t>
            </a:r>
            <a:r>
              <a:rPr sz="2400" spc="-6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55" dirty="0">
                <a:solidFill>
                  <a:srgbClr val="F7F7F7"/>
                </a:solidFill>
                <a:latin typeface="Microsoft Sans Serif"/>
                <a:cs typeface="Microsoft Sans Serif"/>
              </a:rPr>
              <a:t>file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855760" y="8169919"/>
            <a:ext cx="95250" cy="933450"/>
            <a:chOff x="11855760" y="8169919"/>
            <a:chExt cx="95250" cy="9334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55760" y="8169919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55760" y="8589019"/>
              <a:ext cx="95250" cy="952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55760" y="9008119"/>
              <a:ext cx="95250" cy="952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585885" y="7479348"/>
            <a:ext cx="4181475" cy="174561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200" b="1" spc="305" dirty="0">
                <a:solidFill>
                  <a:srgbClr val="F7F7F7"/>
                </a:solidFill>
                <a:latin typeface="Calibri"/>
                <a:cs typeface="Calibri"/>
              </a:rPr>
              <a:t>USER</a:t>
            </a:r>
            <a:r>
              <a:rPr sz="2200" b="1" spc="39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20" dirty="0">
                <a:solidFill>
                  <a:srgbClr val="F7F7F7"/>
                </a:solidFill>
                <a:latin typeface="Calibri"/>
                <a:cs typeface="Calibri"/>
              </a:rPr>
              <a:t>MANAGEMENT</a:t>
            </a:r>
            <a:endParaRPr sz="2200">
              <a:latin typeface="Calibri"/>
              <a:cs typeface="Calibri"/>
            </a:endParaRPr>
          </a:p>
          <a:p>
            <a:pPr marL="530225" marR="5080">
              <a:lnSpc>
                <a:spcPct val="114599"/>
              </a:lnSpc>
              <a:spcBef>
                <a:spcPts val="320"/>
              </a:spcBef>
            </a:pP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Danh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sách</a:t>
            </a:r>
            <a:r>
              <a:rPr sz="2400" spc="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online</a:t>
            </a:r>
            <a:r>
              <a:rPr sz="2400" spc="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real-</a:t>
            </a:r>
            <a:r>
              <a:rPr sz="2400" spc="30" dirty="0">
                <a:solidFill>
                  <a:srgbClr val="F7F7F7"/>
                </a:solidFill>
                <a:latin typeface="Microsoft Sans Serif"/>
                <a:cs typeface="Microsoft Sans Serif"/>
              </a:rPr>
              <a:t>time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Thông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báo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join/leave</a:t>
            </a:r>
            <a:r>
              <a:rPr sz="2400" spc="6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F7F7F7"/>
                </a:solidFill>
                <a:latin typeface="Microsoft Sans Serif"/>
                <a:cs typeface="Microsoft Sans Serif"/>
              </a:rPr>
              <a:t>Quản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55" dirty="0">
                <a:solidFill>
                  <a:srgbClr val="F7F7F7"/>
                </a:solidFill>
                <a:latin typeface="Microsoft Sans Serif"/>
                <a:cs typeface="Microsoft Sans Serif"/>
              </a:rPr>
              <a:t>lý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trạng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F7F7F7"/>
                </a:solidFill>
                <a:latin typeface="Microsoft Sans Serif"/>
                <a:cs typeface="Microsoft Sans Serif"/>
              </a:rPr>
              <a:t>thái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user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54" y="2354057"/>
            <a:ext cx="2464435" cy="1003300"/>
          </a:xfrm>
          <a:custGeom>
            <a:avLst/>
            <a:gdLst/>
            <a:ahLst/>
            <a:cxnLst/>
            <a:rect l="l" t="t" r="r" b="b"/>
            <a:pathLst>
              <a:path w="2464434" h="1003300">
                <a:moveTo>
                  <a:pt x="2083058" y="1002787"/>
                </a:moveTo>
                <a:lnTo>
                  <a:pt x="380994" y="1002787"/>
                </a:lnTo>
                <a:lnTo>
                  <a:pt x="330917" y="999491"/>
                </a:lnTo>
                <a:lnTo>
                  <a:pt x="282123" y="989741"/>
                </a:lnTo>
                <a:lnTo>
                  <a:pt x="235201" y="973790"/>
                </a:lnTo>
                <a:lnTo>
                  <a:pt x="190743" y="951883"/>
                </a:lnTo>
                <a:lnTo>
                  <a:pt x="149339" y="924264"/>
                </a:lnTo>
                <a:lnTo>
                  <a:pt x="111581" y="891178"/>
                </a:lnTo>
                <a:lnTo>
                  <a:pt x="78508" y="853433"/>
                </a:lnTo>
                <a:lnTo>
                  <a:pt x="50898" y="812038"/>
                </a:lnTo>
                <a:lnTo>
                  <a:pt x="28996" y="767584"/>
                </a:lnTo>
                <a:lnTo>
                  <a:pt x="13047" y="720662"/>
                </a:lnTo>
                <a:lnTo>
                  <a:pt x="3298" y="671865"/>
                </a:lnTo>
                <a:lnTo>
                  <a:pt x="0" y="621783"/>
                </a:lnTo>
                <a:lnTo>
                  <a:pt x="0" y="381000"/>
                </a:lnTo>
                <a:lnTo>
                  <a:pt x="3298" y="330920"/>
                </a:lnTo>
                <a:lnTo>
                  <a:pt x="13047" y="282122"/>
                </a:lnTo>
                <a:lnTo>
                  <a:pt x="28996" y="235197"/>
                </a:lnTo>
                <a:lnTo>
                  <a:pt x="50898" y="190739"/>
                </a:lnTo>
                <a:lnTo>
                  <a:pt x="78508" y="149339"/>
                </a:lnTo>
                <a:lnTo>
                  <a:pt x="111581" y="111591"/>
                </a:lnTo>
                <a:lnTo>
                  <a:pt x="149339" y="78515"/>
                </a:lnTo>
                <a:lnTo>
                  <a:pt x="190743" y="50904"/>
                </a:lnTo>
                <a:lnTo>
                  <a:pt x="235201" y="29001"/>
                </a:lnTo>
                <a:lnTo>
                  <a:pt x="282123" y="13053"/>
                </a:lnTo>
                <a:lnTo>
                  <a:pt x="330917" y="3305"/>
                </a:lnTo>
                <a:lnTo>
                  <a:pt x="380994" y="0"/>
                </a:lnTo>
                <a:lnTo>
                  <a:pt x="2083058" y="0"/>
                </a:lnTo>
                <a:lnTo>
                  <a:pt x="2133135" y="3305"/>
                </a:lnTo>
                <a:lnTo>
                  <a:pt x="2181930" y="13053"/>
                </a:lnTo>
                <a:lnTo>
                  <a:pt x="2228852" y="29001"/>
                </a:lnTo>
                <a:lnTo>
                  <a:pt x="2273310" y="50904"/>
                </a:lnTo>
                <a:lnTo>
                  <a:pt x="2314713" y="78515"/>
                </a:lnTo>
                <a:lnTo>
                  <a:pt x="2352471" y="111591"/>
                </a:lnTo>
                <a:lnTo>
                  <a:pt x="2385544" y="149339"/>
                </a:lnTo>
                <a:lnTo>
                  <a:pt x="2413154" y="190739"/>
                </a:lnTo>
                <a:lnTo>
                  <a:pt x="2435057" y="235197"/>
                </a:lnTo>
                <a:lnTo>
                  <a:pt x="2451005" y="282122"/>
                </a:lnTo>
                <a:lnTo>
                  <a:pt x="2460754" y="330920"/>
                </a:lnTo>
                <a:lnTo>
                  <a:pt x="2463879" y="378281"/>
                </a:lnTo>
                <a:lnTo>
                  <a:pt x="2463879" y="624503"/>
                </a:lnTo>
                <a:lnTo>
                  <a:pt x="2460754" y="671865"/>
                </a:lnTo>
                <a:lnTo>
                  <a:pt x="2451005" y="720662"/>
                </a:lnTo>
                <a:lnTo>
                  <a:pt x="2435057" y="767584"/>
                </a:lnTo>
                <a:lnTo>
                  <a:pt x="2413154" y="812038"/>
                </a:lnTo>
                <a:lnTo>
                  <a:pt x="2385544" y="853433"/>
                </a:lnTo>
                <a:lnTo>
                  <a:pt x="2352471" y="891178"/>
                </a:lnTo>
                <a:lnTo>
                  <a:pt x="2314713" y="924264"/>
                </a:lnTo>
                <a:lnTo>
                  <a:pt x="2273310" y="951883"/>
                </a:lnTo>
                <a:lnTo>
                  <a:pt x="2228852" y="973790"/>
                </a:lnTo>
                <a:lnTo>
                  <a:pt x="2181930" y="989741"/>
                </a:lnTo>
                <a:lnTo>
                  <a:pt x="2133135" y="999491"/>
                </a:lnTo>
                <a:lnTo>
                  <a:pt x="2083058" y="1002787"/>
                </a:lnTo>
                <a:close/>
              </a:path>
            </a:pathLst>
          </a:custGeom>
          <a:solidFill>
            <a:srgbClr val="FF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3090" y="2589008"/>
            <a:ext cx="1318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95" dirty="0">
                <a:solidFill>
                  <a:srgbClr val="F7F7F7"/>
                </a:solidFill>
                <a:latin typeface="Arial"/>
                <a:cs typeface="Arial"/>
              </a:rPr>
              <a:t>Client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F7F7F7"/>
                </a:solidFill>
                <a:latin typeface="Arial"/>
                <a:cs typeface="Arial"/>
              </a:rPr>
              <a:t>1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757020" y="8985869"/>
            <a:ext cx="502284" cy="502284"/>
            <a:chOff x="16757020" y="8985869"/>
            <a:chExt cx="502284" cy="50228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57020" y="8985869"/>
              <a:ext cx="502146" cy="502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57927" y="9124914"/>
              <a:ext cx="135289" cy="22408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1338860" y="2349601"/>
            <a:ext cx="4918710" cy="4155440"/>
            <a:chOff x="11338860" y="2349601"/>
            <a:chExt cx="4918710" cy="4155440"/>
          </a:xfrm>
        </p:grpSpPr>
        <p:sp>
          <p:nvSpPr>
            <p:cNvPr id="9" name="object 9"/>
            <p:cNvSpPr/>
            <p:nvPr/>
          </p:nvSpPr>
          <p:spPr>
            <a:xfrm>
              <a:off x="12570859" y="3352433"/>
              <a:ext cx="0" cy="3147695"/>
            </a:xfrm>
            <a:custGeom>
              <a:avLst/>
              <a:gdLst/>
              <a:ahLst/>
              <a:cxnLst/>
              <a:rect l="l" t="t" r="r" b="b"/>
              <a:pathLst>
                <a:path h="3147695">
                  <a:moveTo>
                    <a:pt x="0" y="0"/>
                  </a:moveTo>
                  <a:lnTo>
                    <a:pt x="0" y="3147488"/>
                  </a:lnTo>
                </a:path>
              </a:pathLst>
            </a:custGeom>
            <a:ln w="9525">
              <a:solidFill>
                <a:srgbClr val="000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247928" y="3352482"/>
              <a:ext cx="5080" cy="1793875"/>
            </a:xfrm>
            <a:custGeom>
              <a:avLst/>
              <a:gdLst/>
              <a:ahLst/>
              <a:cxnLst/>
              <a:rect l="l" t="t" r="r" b="b"/>
              <a:pathLst>
                <a:path w="5080" h="1793875">
                  <a:moveTo>
                    <a:pt x="4762" y="0"/>
                  </a:moveTo>
                  <a:lnTo>
                    <a:pt x="0" y="1793513"/>
                  </a:lnTo>
                </a:path>
              </a:pathLst>
            </a:custGeom>
            <a:ln w="9525">
              <a:solidFill>
                <a:srgbClr val="000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38860" y="2349601"/>
              <a:ext cx="2464435" cy="1003300"/>
            </a:xfrm>
            <a:custGeom>
              <a:avLst/>
              <a:gdLst/>
              <a:ahLst/>
              <a:cxnLst/>
              <a:rect l="l" t="t" r="r" b="b"/>
              <a:pathLst>
                <a:path w="2464434" h="1003300">
                  <a:moveTo>
                    <a:pt x="2083068" y="1002787"/>
                  </a:moveTo>
                  <a:lnTo>
                    <a:pt x="381004" y="1002787"/>
                  </a:lnTo>
                  <a:lnTo>
                    <a:pt x="330925" y="999467"/>
                  </a:lnTo>
                  <a:lnTo>
                    <a:pt x="282126" y="989717"/>
                  </a:lnTo>
                  <a:lnTo>
                    <a:pt x="235199" y="973769"/>
                  </a:lnTo>
                  <a:lnTo>
                    <a:pt x="190739" y="951867"/>
                  </a:lnTo>
                  <a:lnTo>
                    <a:pt x="149339" y="924257"/>
                  </a:lnTo>
                  <a:lnTo>
                    <a:pt x="111591" y="891184"/>
                  </a:lnTo>
                  <a:lnTo>
                    <a:pt x="78518" y="853439"/>
                  </a:lnTo>
                  <a:lnTo>
                    <a:pt x="50908" y="812043"/>
                  </a:lnTo>
                  <a:lnTo>
                    <a:pt x="29006" y="767589"/>
                  </a:lnTo>
                  <a:lnTo>
                    <a:pt x="13058" y="720666"/>
                  </a:lnTo>
                  <a:lnTo>
                    <a:pt x="3308" y="671867"/>
                  </a:lnTo>
                  <a:lnTo>
                    <a:pt x="0" y="621783"/>
                  </a:lnTo>
                  <a:lnTo>
                    <a:pt x="0" y="381000"/>
                  </a:lnTo>
                  <a:lnTo>
                    <a:pt x="3308" y="330920"/>
                  </a:lnTo>
                  <a:lnTo>
                    <a:pt x="13058" y="282121"/>
                  </a:lnTo>
                  <a:lnTo>
                    <a:pt x="29006" y="235197"/>
                  </a:lnTo>
                  <a:lnTo>
                    <a:pt x="50908" y="190739"/>
                  </a:lnTo>
                  <a:lnTo>
                    <a:pt x="78518" y="149339"/>
                  </a:lnTo>
                  <a:lnTo>
                    <a:pt x="111591" y="111591"/>
                  </a:lnTo>
                  <a:lnTo>
                    <a:pt x="149339" y="78515"/>
                  </a:lnTo>
                  <a:lnTo>
                    <a:pt x="190739" y="50904"/>
                  </a:lnTo>
                  <a:lnTo>
                    <a:pt x="235199" y="29001"/>
                  </a:lnTo>
                  <a:lnTo>
                    <a:pt x="282126" y="13053"/>
                  </a:lnTo>
                  <a:lnTo>
                    <a:pt x="330925" y="3304"/>
                  </a:lnTo>
                  <a:lnTo>
                    <a:pt x="381004" y="0"/>
                  </a:lnTo>
                  <a:lnTo>
                    <a:pt x="2083068" y="0"/>
                  </a:lnTo>
                  <a:lnTo>
                    <a:pt x="2133145" y="3304"/>
                  </a:lnTo>
                  <a:lnTo>
                    <a:pt x="2181939" y="13053"/>
                  </a:lnTo>
                  <a:lnTo>
                    <a:pt x="2228858" y="29001"/>
                  </a:lnTo>
                  <a:lnTo>
                    <a:pt x="2273311" y="50904"/>
                  </a:lnTo>
                  <a:lnTo>
                    <a:pt x="2314706" y="78515"/>
                  </a:lnTo>
                  <a:lnTo>
                    <a:pt x="2352451" y="111591"/>
                  </a:lnTo>
                  <a:lnTo>
                    <a:pt x="2385536" y="149339"/>
                  </a:lnTo>
                  <a:lnTo>
                    <a:pt x="2413155" y="190739"/>
                  </a:lnTo>
                  <a:lnTo>
                    <a:pt x="2435063" y="235197"/>
                  </a:lnTo>
                  <a:lnTo>
                    <a:pt x="2451014" y="282121"/>
                  </a:lnTo>
                  <a:lnTo>
                    <a:pt x="2460764" y="330920"/>
                  </a:lnTo>
                  <a:lnTo>
                    <a:pt x="2463879" y="378129"/>
                  </a:lnTo>
                  <a:lnTo>
                    <a:pt x="2463879" y="624654"/>
                  </a:lnTo>
                  <a:lnTo>
                    <a:pt x="2460764" y="671867"/>
                  </a:lnTo>
                  <a:lnTo>
                    <a:pt x="2451014" y="720666"/>
                  </a:lnTo>
                  <a:lnTo>
                    <a:pt x="2435063" y="767589"/>
                  </a:lnTo>
                  <a:lnTo>
                    <a:pt x="2413155" y="812043"/>
                  </a:lnTo>
                  <a:lnTo>
                    <a:pt x="2385536" y="853439"/>
                  </a:lnTo>
                  <a:lnTo>
                    <a:pt x="2352451" y="891184"/>
                  </a:lnTo>
                  <a:lnTo>
                    <a:pt x="2314706" y="924257"/>
                  </a:lnTo>
                  <a:lnTo>
                    <a:pt x="2273311" y="951867"/>
                  </a:lnTo>
                  <a:lnTo>
                    <a:pt x="2228858" y="973769"/>
                  </a:lnTo>
                  <a:lnTo>
                    <a:pt x="2181939" y="989717"/>
                  </a:lnTo>
                  <a:lnTo>
                    <a:pt x="2133145" y="999467"/>
                  </a:lnTo>
                  <a:lnTo>
                    <a:pt x="2083068" y="1002787"/>
                  </a:lnTo>
                  <a:close/>
                </a:path>
              </a:pathLst>
            </a:custGeom>
            <a:solidFill>
              <a:srgbClr val="FF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253091" y="9124274"/>
            <a:ext cx="3213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35" dirty="0">
                <a:solidFill>
                  <a:srgbClr val="00003B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9299" y="2563943"/>
            <a:ext cx="5140960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5810" marR="5080" indent="-753745">
              <a:lnSpc>
                <a:spcPct val="100000"/>
              </a:lnSpc>
              <a:spcBef>
                <a:spcPts val="95"/>
              </a:spcBef>
            </a:pPr>
            <a:r>
              <a:rPr sz="6700" b="0" spc="65" dirty="0">
                <a:solidFill>
                  <a:srgbClr val="00003B"/>
                </a:solidFill>
                <a:latin typeface="Calibri"/>
                <a:cs typeface="Calibri"/>
              </a:rPr>
              <a:t>4.</a:t>
            </a:r>
            <a:r>
              <a:rPr sz="6700" b="0" spc="-830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z="6700" spc="145" dirty="0">
                <a:solidFill>
                  <a:srgbClr val="00003B"/>
                </a:solidFill>
              </a:rPr>
              <a:t>Kiến</a:t>
            </a:r>
            <a:r>
              <a:rPr sz="6700" spc="30" dirty="0">
                <a:solidFill>
                  <a:srgbClr val="00003B"/>
                </a:solidFill>
              </a:rPr>
              <a:t> </a:t>
            </a:r>
            <a:r>
              <a:rPr sz="6700" dirty="0">
                <a:solidFill>
                  <a:srgbClr val="00003B"/>
                </a:solidFill>
              </a:rPr>
              <a:t>trúc</a:t>
            </a:r>
            <a:r>
              <a:rPr sz="6700" spc="30" dirty="0">
                <a:solidFill>
                  <a:srgbClr val="00003B"/>
                </a:solidFill>
              </a:rPr>
              <a:t> </a:t>
            </a:r>
            <a:r>
              <a:rPr sz="6700" spc="40" dirty="0">
                <a:solidFill>
                  <a:srgbClr val="00003B"/>
                </a:solidFill>
              </a:rPr>
              <a:t>hệ </a:t>
            </a:r>
            <a:r>
              <a:rPr sz="6700" spc="75" dirty="0">
                <a:solidFill>
                  <a:srgbClr val="00003B"/>
                </a:solidFill>
              </a:rPr>
              <a:t>thống</a:t>
            </a:r>
            <a:endParaRPr sz="67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8324" y="4848307"/>
            <a:ext cx="361759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-20" dirty="0">
                <a:solidFill>
                  <a:srgbClr val="00003B"/>
                </a:solidFill>
                <a:latin typeface="Microsoft Sans Serif"/>
                <a:cs typeface="Microsoft Sans Serif"/>
              </a:rPr>
              <a:t>Kiến</a:t>
            </a:r>
            <a:r>
              <a:rPr sz="2700" spc="-5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700" spc="55" dirty="0">
                <a:solidFill>
                  <a:srgbClr val="00003B"/>
                </a:solidFill>
                <a:latin typeface="Microsoft Sans Serif"/>
                <a:cs typeface="Microsoft Sans Serif"/>
              </a:rPr>
              <a:t>trúc</a:t>
            </a:r>
            <a:r>
              <a:rPr sz="2700" spc="-5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00003B"/>
                </a:solidFill>
                <a:latin typeface="Microsoft Sans Serif"/>
                <a:cs typeface="Microsoft Sans Serif"/>
              </a:rPr>
              <a:t>Client</a:t>
            </a:r>
            <a:r>
              <a:rPr sz="2700" spc="-5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00003B"/>
                </a:solidFill>
                <a:latin typeface="Microsoft Sans Serif"/>
                <a:cs typeface="Microsoft Sans Serif"/>
              </a:rPr>
              <a:t>-</a:t>
            </a:r>
            <a:r>
              <a:rPr sz="2700" spc="-5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700" spc="-30" dirty="0">
                <a:solidFill>
                  <a:srgbClr val="00003B"/>
                </a:solidFill>
                <a:latin typeface="Microsoft Sans Serif"/>
                <a:cs typeface="Microsoft Sans Serif"/>
              </a:rPr>
              <a:t>Server</a:t>
            </a:r>
            <a:endParaRPr sz="27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74365" y="1071654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7" name="object 17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911505" y="2584552"/>
            <a:ext cx="1318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95" dirty="0">
                <a:solidFill>
                  <a:srgbClr val="F7F7F7"/>
                </a:solidFill>
                <a:latin typeface="Arial"/>
                <a:cs typeface="Arial"/>
              </a:rPr>
              <a:t>Client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F7F7F7"/>
                </a:solidFill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015964" y="2349601"/>
            <a:ext cx="2464435" cy="1003300"/>
          </a:xfrm>
          <a:custGeom>
            <a:avLst/>
            <a:gdLst/>
            <a:ahLst/>
            <a:cxnLst/>
            <a:rect l="l" t="t" r="r" b="b"/>
            <a:pathLst>
              <a:path w="2464434" h="1003300">
                <a:moveTo>
                  <a:pt x="2083042" y="1002787"/>
                </a:moveTo>
                <a:lnTo>
                  <a:pt x="381008" y="1002787"/>
                </a:lnTo>
                <a:lnTo>
                  <a:pt x="330929" y="999467"/>
                </a:lnTo>
                <a:lnTo>
                  <a:pt x="282130" y="989717"/>
                </a:lnTo>
                <a:lnTo>
                  <a:pt x="235203" y="973769"/>
                </a:lnTo>
                <a:lnTo>
                  <a:pt x="190743" y="951867"/>
                </a:lnTo>
                <a:lnTo>
                  <a:pt x="149342" y="924257"/>
                </a:lnTo>
                <a:lnTo>
                  <a:pt x="111595" y="891184"/>
                </a:lnTo>
                <a:lnTo>
                  <a:pt x="78522" y="853439"/>
                </a:lnTo>
                <a:lnTo>
                  <a:pt x="50912" y="812043"/>
                </a:lnTo>
                <a:lnTo>
                  <a:pt x="29010" y="767589"/>
                </a:lnTo>
                <a:lnTo>
                  <a:pt x="13061" y="720666"/>
                </a:lnTo>
                <a:lnTo>
                  <a:pt x="3312" y="671867"/>
                </a:lnTo>
                <a:lnTo>
                  <a:pt x="0" y="621783"/>
                </a:lnTo>
                <a:lnTo>
                  <a:pt x="0" y="381000"/>
                </a:lnTo>
                <a:lnTo>
                  <a:pt x="3312" y="330920"/>
                </a:lnTo>
                <a:lnTo>
                  <a:pt x="13061" y="282121"/>
                </a:lnTo>
                <a:lnTo>
                  <a:pt x="29010" y="235197"/>
                </a:lnTo>
                <a:lnTo>
                  <a:pt x="50912" y="190739"/>
                </a:lnTo>
                <a:lnTo>
                  <a:pt x="78522" y="149339"/>
                </a:lnTo>
                <a:lnTo>
                  <a:pt x="111595" y="111591"/>
                </a:lnTo>
                <a:lnTo>
                  <a:pt x="149342" y="78515"/>
                </a:lnTo>
                <a:lnTo>
                  <a:pt x="190743" y="50904"/>
                </a:lnTo>
                <a:lnTo>
                  <a:pt x="235203" y="29001"/>
                </a:lnTo>
                <a:lnTo>
                  <a:pt x="282130" y="13053"/>
                </a:lnTo>
                <a:lnTo>
                  <a:pt x="330929" y="3304"/>
                </a:lnTo>
                <a:lnTo>
                  <a:pt x="381008" y="0"/>
                </a:lnTo>
                <a:lnTo>
                  <a:pt x="2083042" y="0"/>
                </a:lnTo>
                <a:lnTo>
                  <a:pt x="2133131" y="3304"/>
                </a:lnTo>
                <a:lnTo>
                  <a:pt x="2181934" y="13053"/>
                </a:lnTo>
                <a:lnTo>
                  <a:pt x="2228858" y="29001"/>
                </a:lnTo>
                <a:lnTo>
                  <a:pt x="2273314" y="50904"/>
                </a:lnTo>
                <a:lnTo>
                  <a:pt x="2314710" y="78515"/>
                </a:lnTo>
                <a:lnTo>
                  <a:pt x="2352454" y="111591"/>
                </a:lnTo>
                <a:lnTo>
                  <a:pt x="2385528" y="149339"/>
                </a:lnTo>
                <a:lnTo>
                  <a:pt x="2413138" y="190739"/>
                </a:lnTo>
                <a:lnTo>
                  <a:pt x="2435040" y="235197"/>
                </a:lnTo>
                <a:lnTo>
                  <a:pt x="2450988" y="282121"/>
                </a:lnTo>
                <a:lnTo>
                  <a:pt x="2460738" y="330920"/>
                </a:lnTo>
                <a:lnTo>
                  <a:pt x="2463879" y="378532"/>
                </a:lnTo>
                <a:lnTo>
                  <a:pt x="2463879" y="624252"/>
                </a:lnTo>
                <a:lnTo>
                  <a:pt x="2460738" y="671867"/>
                </a:lnTo>
                <a:lnTo>
                  <a:pt x="2450988" y="720666"/>
                </a:lnTo>
                <a:lnTo>
                  <a:pt x="2435040" y="767589"/>
                </a:lnTo>
                <a:lnTo>
                  <a:pt x="2413138" y="812043"/>
                </a:lnTo>
                <a:lnTo>
                  <a:pt x="2385528" y="853439"/>
                </a:lnTo>
                <a:lnTo>
                  <a:pt x="2352454" y="891184"/>
                </a:lnTo>
                <a:lnTo>
                  <a:pt x="2314710" y="924257"/>
                </a:lnTo>
                <a:lnTo>
                  <a:pt x="2273314" y="951867"/>
                </a:lnTo>
                <a:lnTo>
                  <a:pt x="2228858" y="973769"/>
                </a:lnTo>
                <a:lnTo>
                  <a:pt x="2181934" y="989717"/>
                </a:lnTo>
                <a:lnTo>
                  <a:pt x="2133131" y="999467"/>
                </a:lnTo>
                <a:lnTo>
                  <a:pt x="2083042" y="1002787"/>
                </a:lnTo>
                <a:close/>
              </a:path>
            </a:pathLst>
          </a:custGeom>
          <a:solidFill>
            <a:srgbClr val="FF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553638" y="2584552"/>
            <a:ext cx="13887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95" dirty="0">
                <a:solidFill>
                  <a:srgbClr val="F7F7F7"/>
                </a:solidFill>
                <a:latin typeface="Arial"/>
                <a:cs typeface="Arial"/>
              </a:rPr>
              <a:t>Client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F7F7F7"/>
                </a:solidFill>
                <a:latin typeface="Arial"/>
                <a:cs typeface="Arial"/>
              </a:rPr>
              <a:t>N</a:t>
            </a:r>
            <a:endParaRPr sz="3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286527" y="6499875"/>
            <a:ext cx="6566534" cy="1724025"/>
          </a:xfrm>
          <a:custGeom>
            <a:avLst/>
            <a:gdLst/>
            <a:ahLst/>
            <a:cxnLst/>
            <a:rect l="l" t="t" r="r" b="b"/>
            <a:pathLst>
              <a:path w="6566534" h="1724025">
                <a:moveTo>
                  <a:pt x="6187710" y="1724022"/>
                </a:moveTo>
                <a:lnTo>
                  <a:pt x="380996" y="1724022"/>
                </a:lnTo>
                <a:lnTo>
                  <a:pt x="330917" y="1720720"/>
                </a:lnTo>
                <a:lnTo>
                  <a:pt x="282118" y="1710971"/>
                </a:lnTo>
                <a:lnTo>
                  <a:pt x="235191" y="1695022"/>
                </a:lnTo>
                <a:lnTo>
                  <a:pt x="190731" y="1673120"/>
                </a:lnTo>
                <a:lnTo>
                  <a:pt x="149331" y="1645510"/>
                </a:lnTo>
                <a:lnTo>
                  <a:pt x="111584" y="1612437"/>
                </a:lnTo>
                <a:lnTo>
                  <a:pt x="78511" y="1574690"/>
                </a:lnTo>
                <a:lnTo>
                  <a:pt x="50900" y="1533289"/>
                </a:lnTo>
                <a:lnTo>
                  <a:pt x="28998" y="1488829"/>
                </a:lnTo>
                <a:lnTo>
                  <a:pt x="13050" y="1441902"/>
                </a:lnTo>
                <a:lnTo>
                  <a:pt x="3301" y="1393103"/>
                </a:lnTo>
                <a:lnTo>
                  <a:pt x="0" y="1343024"/>
                </a:lnTo>
                <a:lnTo>
                  <a:pt x="0" y="381014"/>
                </a:lnTo>
                <a:lnTo>
                  <a:pt x="3301" y="330925"/>
                </a:lnTo>
                <a:lnTo>
                  <a:pt x="13050" y="282122"/>
                </a:lnTo>
                <a:lnTo>
                  <a:pt x="28998" y="235198"/>
                </a:lnTo>
                <a:lnTo>
                  <a:pt x="50900" y="190742"/>
                </a:lnTo>
                <a:lnTo>
                  <a:pt x="78511" y="149346"/>
                </a:lnTo>
                <a:lnTo>
                  <a:pt x="111584" y="111601"/>
                </a:lnTo>
                <a:lnTo>
                  <a:pt x="149331" y="78518"/>
                </a:lnTo>
                <a:lnTo>
                  <a:pt x="190731" y="50905"/>
                </a:lnTo>
                <a:lnTo>
                  <a:pt x="235191" y="29004"/>
                </a:lnTo>
                <a:lnTo>
                  <a:pt x="282118" y="13061"/>
                </a:lnTo>
                <a:lnTo>
                  <a:pt x="330917" y="3316"/>
                </a:lnTo>
                <a:lnTo>
                  <a:pt x="380996" y="0"/>
                </a:lnTo>
                <a:lnTo>
                  <a:pt x="6187710" y="0"/>
                </a:lnTo>
                <a:lnTo>
                  <a:pt x="6237800" y="3316"/>
                </a:lnTo>
                <a:lnTo>
                  <a:pt x="6286602" y="13061"/>
                </a:lnTo>
                <a:lnTo>
                  <a:pt x="6333527" y="29004"/>
                </a:lnTo>
                <a:lnTo>
                  <a:pt x="6377982" y="50905"/>
                </a:lnTo>
                <a:lnTo>
                  <a:pt x="6419378" y="78518"/>
                </a:lnTo>
                <a:lnTo>
                  <a:pt x="6457123" y="111601"/>
                </a:lnTo>
                <a:lnTo>
                  <a:pt x="6490196" y="149346"/>
                </a:lnTo>
                <a:lnTo>
                  <a:pt x="6517806" y="190742"/>
                </a:lnTo>
                <a:lnTo>
                  <a:pt x="6539709" y="235198"/>
                </a:lnTo>
                <a:lnTo>
                  <a:pt x="6555657" y="282122"/>
                </a:lnTo>
                <a:lnTo>
                  <a:pt x="6565406" y="330925"/>
                </a:lnTo>
                <a:lnTo>
                  <a:pt x="6566102" y="341476"/>
                </a:lnTo>
                <a:lnTo>
                  <a:pt x="6566102" y="1382554"/>
                </a:lnTo>
                <a:lnTo>
                  <a:pt x="6555657" y="1441902"/>
                </a:lnTo>
                <a:lnTo>
                  <a:pt x="6539709" y="1488829"/>
                </a:lnTo>
                <a:lnTo>
                  <a:pt x="6517806" y="1533289"/>
                </a:lnTo>
                <a:lnTo>
                  <a:pt x="6490196" y="1574690"/>
                </a:lnTo>
                <a:lnTo>
                  <a:pt x="6457123" y="1612437"/>
                </a:lnTo>
                <a:lnTo>
                  <a:pt x="6419378" y="1645510"/>
                </a:lnTo>
                <a:lnTo>
                  <a:pt x="6377982" y="1673120"/>
                </a:lnTo>
                <a:lnTo>
                  <a:pt x="6333527" y="1695022"/>
                </a:lnTo>
                <a:lnTo>
                  <a:pt x="6286602" y="1710971"/>
                </a:lnTo>
                <a:lnTo>
                  <a:pt x="6237800" y="1720720"/>
                </a:lnTo>
                <a:lnTo>
                  <a:pt x="6187710" y="1724022"/>
                </a:lnTo>
                <a:close/>
              </a:path>
            </a:pathLst>
          </a:custGeom>
          <a:solidFill>
            <a:srgbClr val="FF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607646" y="6753890"/>
            <a:ext cx="5835015" cy="1092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0805" algn="ctr">
              <a:lnSpc>
                <a:spcPct val="100000"/>
              </a:lnSpc>
              <a:spcBef>
                <a:spcPts val="700"/>
              </a:spcBef>
            </a:pPr>
            <a:r>
              <a:rPr sz="3000" b="1" spc="-365" dirty="0">
                <a:solidFill>
                  <a:srgbClr val="F7F7F7"/>
                </a:solidFill>
                <a:latin typeface="Arial"/>
                <a:cs typeface="Arial"/>
              </a:rPr>
              <a:t>SERVER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3000" b="1" spc="-35" dirty="0">
                <a:solidFill>
                  <a:srgbClr val="F7F7F7"/>
                </a:solidFill>
                <a:latin typeface="Arial"/>
                <a:cs typeface="Arial"/>
              </a:rPr>
              <a:t>Multi-</a:t>
            </a:r>
            <a:r>
              <a:rPr sz="3000" b="1" spc="-105" dirty="0">
                <a:solidFill>
                  <a:srgbClr val="F7F7F7"/>
                </a:solidFill>
                <a:latin typeface="Arial"/>
                <a:cs typeface="Arial"/>
              </a:rPr>
              <a:t>threading</a:t>
            </a:r>
            <a:r>
              <a:rPr sz="3000" b="1" spc="-9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7F7F7"/>
                </a:solidFill>
                <a:latin typeface="Arial"/>
                <a:cs typeface="Arial"/>
              </a:rPr>
              <a:t>+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195" dirty="0">
                <a:solidFill>
                  <a:srgbClr val="F7F7F7"/>
                </a:solidFill>
                <a:latin typeface="Arial"/>
                <a:cs typeface="Arial"/>
              </a:rPr>
              <a:t>SQLite</a:t>
            </a:r>
            <a:r>
              <a:rPr sz="3000" b="1" spc="-9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65" dirty="0">
                <a:solidFill>
                  <a:srgbClr val="F7F7F7"/>
                </a:solidFill>
                <a:latin typeface="Arial"/>
                <a:cs typeface="Arial"/>
              </a:rPr>
              <a:t>Database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868186" y="3352096"/>
            <a:ext cx="7379970" cy="1798955"/>
            <a:chOff x="8868186" y="3352096"/>
            <a:chExt cx="7379970" cy="1798955"/>
          </a:xfrm>
        </p:grpSpPr>
        <p:sp>
          <p:nvSpPr>
            <p:cNvPr id="25" name="object 25"/>
            <p:cNvSpPr/>
            <p:nvPr/>
          </p:nvSpPr>
          <p:spPr>
            <a:xfrm>
              <a:off x="8872949" y="3356858"/>
              <a:ext cx="9525" cy="1789430"/>
            </a:xfrm>
            <a:custGeom>
              <a:avLst/>
              <a:gdLst/>
              <a:ahLst/>
              <a:cxnLst/>
              <a:rect l="l" t="t" r="r" b="b"/>
              <a:pathLst>
                <a:path w="9525" h="1789429">
                  <a:moveTo>
                    <a:pt x="9524" y="0"/>
                  </a:moveTo>
                  <a:lnTo>
                    <a:pt x="0" y="1789067"/>
                  </a:lnTo>
                </a:path>
              </a:pathLst>
            </a:custGeom>
            <a:ln w="9525">
              <a:solidFill>
                <a:srgbClr val="000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882481" y="5145915"/>
              <a:ext cx="7366000" cy="0"/>
            </a:xfrm>
            <a:custGeom>
              <a:avLst/>
              <a:gdLst/>
              <a:ahLst/>
              <a:cxnLst/>
              <a:rect l="l" t="t" r="r" b="b"/>
              <a:pathLst>
                <a:path w="7366000">
                  <a:moveTo>
                    <a:pt x="0" y="0"/>
                  </a:moveTo>
                  <a:lnTo>
                    <a:pt x="7365511" y="0"/>
                  </a:lnTo>
                </a:path>
              </a:pathLst>
            </a:custGeom>
            <a:ln w="9525">
              <a:solidFill>
                <a:srgbClr val="000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682219" y="5755666"/>
            <a:ext cx="1732914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-240" dirty="0">
                <a:solidFill>
                  <a:srgbClr val="00003B"/>
                </a:solidFill>
                <a:latin typeface="Microsoft Sans Serif"/>
                <a:cs typeface="Microsoft Sans Serif"/>
              </a:rPr>
              <a:t>TCP</a:t>
            </a:r>
            <a:r>
              <a:rPr sz="270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700" spc="-25" dirty="0">
                <a:solidFill>
                  <a:srgbClr val="00003B"/>
                </a:solidFill>
                <a:latin typeface="Microsoft Sans Serif"/>
                <a:cs typeface="Microsoft Sans Serif"/>
              </a:rPr>
              <a:t>Socket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31124"/>
            <a:ext cx="9892471" cy="19558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45194" y="8292012"/>
            <a:ext cx="6842805" cy="19949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2493" y="1970175"/>
            <a:ext cx="8049259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spc="-60" dirty="0">
                <a:solidFill>
                  <a:srgbClr val="00003B"/>
                </a:solidFill>
                <a:latin typeface="Calibri"/>
                <a:cs typeface="Calibri"/>
              </a:rPr>
              <a:t>5.</a:t>
            </a:r>
            <a:r>
              <a:rPr sz="7000" spc="-885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z="7000" b="1" spc="250" dirty="0">
                <a:solidFill>
                  <a:srgbClr val="00003B"/>
                </a:solidFill>
                <a:latin typeface="Calibri"/>
                <a:cs typeface="Calibri"/>
              </a:rPr>
              <a:t>Công</a:t>
            </a:r>
            <a:r>
              <a:rPr sz="7000" b="1" spc="5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z="7000" b="1" spc="90" dirty="0">
                <a:solidFill>
                  <a:srgbClr val="00003B"/>
                </a:solidFill>
                <a:latin typeface="Calibri"/>
                <a:cs typeface="Calibri"/>
              </a:rPr>
              <a:t>nghệ</a:t>
            </a:r>
            <a:r>
              <a:rPr sz="7000" b="1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z="7000" b="1" spc="-260" dirty="0">
                <a:solidFill>
                  <a:srgbClr val="00003B"/>
                </a:solidFill>
                <a:latin typeface="Calibri"/>
                <a:cs typeface="Calibri"/>
              </a:rPr>
              <a:t>sử</a:t>
            </a:r>
            <a:r>
              <a:rPr sz="7000" b="1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z="7000" b="1" spc="110" dirty="0">
                <a:solidFill>
                  <a:srgbClr val="00003B"/>
                </a:solidFill>
                <a:latin typeface="Calibri"/>
                <a:cs typeface="Calibri"/>
              </a:rPr>
              <a:t>dụng</a:t>
            </a:r>
            <a:endParaRPr sz="70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757020" y="956821"/>
            <a:ext cx="502284" cy="502284"/>
            <a:chOff x="16757020" y="956821"/>
            <a:chExt cx="502284" cy="50228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57020" y="956821"/>
              <a:ext cx="502146" cy="502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7927" y="1095849"/>
              <a:ext cx="135289" cy="22408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259187" y="1095205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00003B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15" name="object 1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DE7582A-D92D-1209-CD36-98D1741ED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181949"/>
              </p:ext>
            </p:extLst>
          </p:nvPr>
        </p:nvGraphicFramePr>
        <p:xfrm>
          <a:off x="1459040" y="4061750"/>
          <a:ext cx="15634176" cy="44531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08544">
                  <a:extLst>
                    <a:ext uri="{9D8B030D-6E8A-4147-A177-3AD203B41FA5}">
                      <a16:colId xmlns:a16="http://schemas.microsoft.com/office/drawing/2014/main" val="2320150786"/>
                    </a:ext>
                  </a:extLst>
                </a:gridCol>
                <a:gridCol w="3908544">
                  <a:extLst>
                    <a:ext uri="{9D8B030D-6E8A-4147-A177-3AD203B41FA5}">
                      <a16:colId xmlns:a16="http://schemas.microsoft.com/office/drawing/2014/main" val="645971236"/>
                    </a:ext>
                  </a:extLst>
                </a:gridCol>
                <a:gridCol w="3908544">
                  <a:extLst>
                    <a:ext uri="{9D8B030D-6E8A-4147-A177-3AD203B41FA5}">
                      <a16:colId xmlns:a16="http://schemas.microsoft.com/office/drawing/2014/main" val="1530412274"/>
                    </a:ext>
                  </a:extLst>
                </a:gridCol>
                <a:gridCol w="3908544">
                  <a:extLst>
                    <a:ext uri="{9D8B030D-6E8A-4147-A177-3AD203B41FA5}">
                      <a16:colId xmlns:a16="http://schemas.microsoft.com/office/drawing/2014/main" val="1847789107"/>
                    </a:ext>
                  </a:extLst>
                </a:gridCol>
              </a:tblGrid>
              <a:tr h="890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000" dirty="0">
                          <a:latin typeface="+mj-lt"/>
                        </a:rPr>
                        <a:t>Backend</a:t>
                      </a:r>
                      <a:endParaRPr lang="en-US" sz="3000" dirty="0">
                        <a:highlight>
                          <a:srgbClr val="000080"/>
                        </a:highlight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000" b="1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000" b="1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Development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000" b="1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Database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705802"/>
                  </a:ext>
                </a:extLst>
              </a:tr>
              <a:tr h="890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Python 3.8+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 err="1">
                          <a:effectLst/>
                        </a:rPr>
                        <a:t>Tkinter</a:t>
                      </a:r>
                      <a:r>
                        <a:rPr lang="en-US" sz="2400" b="0" i="0" dirty="0">
                          <a:effectLst/>
                        </a:rPr>
                        <a:t> GUI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Git (version control)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SQLite3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15474"/>
                  </a:ext>
                </a:extLst>
              </a:tr>
              <a:tr h="890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Socket Programming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Event-driven programming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VS Code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SQL queries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58342"/>
                  </a:ext>
                </a:extLst>
              </a:tr>
              <a:tr h="890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Multi-threading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Real-time UI updates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078202"/>
                  </a:ext>
                </a:extLst>
              </a:tr>
              <a:tr h="8906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i="0" dirty="0">
                          <a:effectLst/>
                        </a:rPr>
                        <a:t>File handling &amp; validation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163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4287" y="8875344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00003B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4365" y="1071654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00003B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00003B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00003B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5" name="object 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11900" y="2693806"/>
            <a:ext cx="5072380" cy="2788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1210" marR="5080" indent="-779145">
              <a:lnSpc>
                <a:spcPct val="100000"/>
              </a:lnSpc>
              <a:spcBef>
                <a:spcPts val="100"/>
              </a:spcBef>
            </a:pPr>
            <a:r>
              <a:rPr b="0" spc="50" dirty="0">
                <a:solidFill>
                  <a:srgbClr val="00003B"/>
                </a:solidFill>
                <a:latin typeface="Calibri"/>
                <a:cs typeface="Calibri"/>
              </a:rPr>
              <a:t>6.</a:t>
            </a:r>
            <a:r>
              <a:rPr b="0" spc="-885" dirty="0">
                <a:solidFill>
                  <a:srgbClr val="00003B"/>
                </a:solidFill>
                <a:latin typeface="Calibri"/>
                <a:cs typeface="Calibri"/>
              </a:rPr>
              <a:t> </a:t>
            </a:r>
            <a:r>
              <a:rPr spc="310" dirty="0">
                <a:solidFill>
                  <a:srgbClr val="00003B"/>
                </a:solidFill>
              </a:rPr>
              <a:t>Demo</a:t>
            </a:r>
            <a:r>
              <a:rPr spc="-5" dirty="0">
                <a:solidFill>
                  <a:srgbClr val="00003B"/>
                </a:solidFill>
              </a:rPr>
              <a:t> </a:t>
            </a:r>
            <a:r>
              <a:rPr spc="-80" dirty="0">
                <a:solidFill>
                  <a:srgbClr val="00003B"/>
                </a:solidFill>
              </a:rPr>
              <a:t>thực </a:t>
            </a:r>
            <a:r>
              <a:rPr spc="-25" dirty="0">
                <a:solidFill>
                  <a:srgbClr val="00003B"/>
                </a:solidFill>
              </a:rPr>
              <a:t>tế</a:t>
            </a:r>
          </a:p>
          <a:p>
            <a:pPr marL="316865" algn="ctr">
              <a:lnSpc>
                <a:spcPct val="100000"/>
              </a:lnSpc>
              <a:spcBef>
                <a:spcPts val="1590"/>
              </a:spcBef>
            </a:pPr>
            <a:r>
              <a:rPr sz="2800" b="0" spc="-10" dirty="0">
                <a:solidFill>
                  <a:srgbClr val="00003B"/>
                </a:solidFill>
                <a:latin typeface="Microsoft Sans Serif"/>
                <a:cs typeface="Microsoft Sans Serif"/>
              </a:rPr>
              <a:t>Demo</a:t>
            </a:r>
            <a:r>
              <a:rPr sz="2800" b="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110" dirty="0">
                <a:solidFill>
                  <a:srgbClr val="00003B"/>
                </a:solidFill>
                <a:latin typeface="Microsoft Sans Serif"/>
                <a:cs typeface="Microsoft Sans Serif"/>
              </a:rPr>
              <a:t>sản</a:t>
            </a:r>
            <a:r>
              <a:rPr sz="2800" b="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800" b="0" dirty="0">
                <a:solidFill>
                  <a:srgbClr val="00003B"/>
                </a:solidFill>
                <a:latin typeface="Microsoft Sans Serif"/>
                <a:cs typeface="Microsoft Sans Serif"/>
              </a:rPr>
              <a:t>phẩm</a:t>
            </a:r>
            <a:r>
              <a:rPr sz="2800" b="0" spc="-40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800" b="0" dirty="0">
                <a:solidFill>
                  <a:srgbClr val="00003B"/>
                </a:solidFill>
                <a:latin typeface="Microsoft Sans Serif"/>
                <a:cs typeface="Microsoft Sans Serif"/>
              </a:rPr>
              <a:t>trực</a:t>
            </a:r>
            <a:r>
              <a:rPr sz="2800" b="0" spc="-45" dirty="0">
                <a:solidFill>
                  <a:srgbClr val="00003B"/>
                </a:solidFill>
                <a:latin typeface="Microsoft Sans Serif"/>
                <a:cs typeface="Microsoft Sans Serif"/>
              </a:rPr>
              <a:t> </a:t>
            </a:r>
            <a:r>
              <a:rPr sz="2800" b="0" spc="40" dirty="0">
                <a:solidFill>
                  <a:srgbClr val="00003B"/>
                </a:solidFill>
                <a:latin typeface="Microsoft Sans Serif"/>
                <a:cs typeface="Microsoft Sans Serif"/>
              </a:rPr>
              <a:t>tiếp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534D66-6F25-9E27-A2B9-8424FB72D693}"/>
              </a:ext>
            </a:extLst>
          </p:cNvPr>
          <p:cNvSpPr txBox="1"/>
          <p:nvPr/>
        </p:nvSpPr>
        <p:spPr>
          <a:xfrm>
            <a:off x="4406081" y="4962521"/>
            <a:ext cx="9254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FF945F7-A10D-0F8D-B9DB-CE659DC37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310" y="803711"/>
            <a:ext cx="10815564" cy="83176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" y="7331798"/>
            <a:ext cx="8150520" cy="29548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74365" y="1071654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7F7F7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0607" y="1029783"/>
            <a:ext cx="471805" cy="487680"/>
            <a:chOff x="1030607" y="1029783"/>
            <a:chExt cx="471805" cy="487680"/>
          </a:xfrm>
        </p:grpSpPr>
        <p:sp>
          <p:nvSpPr>
            <p:cNvPr id="5" name="object 5"/>
            <p:cNvSpPr/>
            <p:nvPr/>
          </p:nvSpPr>
          <p:spPr>
            <a:xfrm>
              <a:off x="1030607" y="1029783"/>
              <a:ext cx="471805" cy="485140"/>
            </a:xfrm>
            <a:custGeom>
              <a:avLst/>
              <a:gdLst/>
              <a:ahLst/>
              <a:cxnLst/>
              <a:rect l="l" t="t" r="r" b="b"/>
              <a:pathLst>
                <a:path w="471805" h="485140">
                  <a:moveTo>
                    <a:pt x="238190" y="484691"/>
                  </a:moveTo>
                  <a:lnTo>
                    <a:pt x="233060" y="484691"/>
                  </a:lnTo>
                  <a:lnTo>
                    <a:pt x="3825" y="255451"/>
                  </a:lnTo>
                  <a:lnTo>
                    <a:pt x="2436" y="253362"/>
                  </a:lnTo>
                  <a:lnTo>
                    <a:pt x="485" y="248642"/>
                  </a:lnTo>
                  <a:lnTo>
                    <a:pt x="0" y="246183"/>
                  </a:lnTo>
                  <a:lnTo>
                    <a:pt x="0" y="241073"/>
                  </a:lnTo>
                  <a:lnTo>
                    <a:pt x="485" y="238613"/>
                  </a:lnTo>
                  <a:lnTo>
                    <a:pt x="2436" y="233893"/>
                  </a:lnTo>
                  <a:lnTo>
                    <a:pt x="3825" y="231804"/>
                  </a:lnTo>
                  <a:lnTo>
                    <a:pt x="235625" y="0"/>
                  </a:lnTo>
                  <a:lnTo>
                    <a:pt x="407191" y="171569"/>
                  </a:lnTo>
                  <a:lnTo>
                    <a:pt x="235625" y="171569"/>
                  </a:lnTo>
                  <a:lnTo>
                    <a:pt x="163590" y="243604"/>
                  </a:lnTo>
                  <a:lnTo>
                    <a:pt x="235625" y="315638"/>
                  </a:lnTo>
                  <a:lnTo>
                    <a:pt x="407239" y="315638"/>
                  </a:lnTo>
                  <a:lnTo>
                    <a:pt x="238190" y="484691"/>
                  </a:lnTo>
                  <a:close/>
                </a:path>
                <a:path w="471805" h="485140">
                  <a:moveTo>
                    <a:pt x="407239" y="315638"/>
                  </a:moveTo>
                  <a:lnTo>
                    <a:pt x="235625" y="315638"/>
                  </a:lnTo>
                  <a:lnTo>
                    <a:pt x="307659" y="243604"/>
                  </a:lnTo>
                  <a:lnTo>
                    <a:pt x="235625" y="171569"/>
                  </a:lnTo>
                  <a:lnTo>
                    <a:pt x="407191" y="171569"/>
                  </a:lnTo>
                  <a:lnTo>
                    <a:pt x="467425" y="231804"/>
                  </a:lnTo>
                  <a:lnTo>
                    <a:pt x="468814" y="233893"/>
                  </a:lnTo>
                  <a:lnTo>
                    <a:pt x="470765" y="238613"/>
                  </a:lnTo>
                  <a:lnTo>
                    <a:pt x="471250" y="241073"/>
                  </a:lnTo>
                  <a:lnTo>
                    <a:pt x="471250" y="246183"/>
                  </a:lnTo>
                  <a:lnTo>
                    <a:pt x="470765" y="248642"/>
                  </a:lnTo>
                  <a:lnTo>
                    <a:pt x="468814" y="253362"/>
                  </a:lnTo>
                  <a:lnTo>
                    <a:pt x="467425" y="255451"/>
                  </a:lnTo>
                  <a:lnTo>
                    <a:pt x="407239" y="315638"/>
                  </a:lnTo>
                  <a:close/>
                </a:path>
              </a:pathLst>
            </a:custGeom>
            <a:solidFill>
              <a:srgbClr val="25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7604" y="1030830"/>
              <a:ext cx="316590" cy="48616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6757020" y="8756019"/>
            <a:ext cx="502284" cy="502284"/>
            <a:chOff x="16757020" y="8756019"/>
            <a:chExt cx="502284" cy="502284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57020" y="8756019"/>
              <a:ext cx="502146" cy="502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7927" y="8895035"/>
              <a:ext cx="135289" cy="22408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259187" y="8894394"/>
            <a:ext cx="3155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0" dirty="0">
                <a:solidFill>
                  <a:srgbClr val="F7F7F7"/>
                </a:solidFill>
                <a:latin typeface="Calibri"/>
                <a:cs typeface="Calibri"/>
              </a:rPr>
              <a:t>Next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3644" y="3505639"/>
            <a:ext cx="6186805" cy="863600"/>
          </a:xfrm>
          <a:custGeom>
            <a:avLst/>
            <a:gdLst/>
            <a:ahLst/>
            <a:cxnLst/>
            <a:rect l="l" t="t" r="r" b="b"/>
            <a:pathLst>
              <a:path w="6186805" h="863600">
                <a:moveTo>
                  <a:pt x="5755604" y="863568"/>
                </a:moveTo>
                <a:lnTo>
                  <a:pt x="431784" y="863568"/>
                </a:lnTo>
                <a:lnTo>
                  <a:pt x="383063" y="860819"/>
                </a:lnTo>
                <a:lnTo>
                  <a:pt x="335340" y="852666"/>
                </a:lnTo>
                <a:lnTo>
                  <a:pt x="289035" y="839293"/>
                </a:lnTo>
                <a:lnTo>
                  <a:pt x="244573" y="820875"/>
                </a:lnTo>
                <a:lnTo>
                  <a:pt x="202376" y="797588"/>
                </a:lnTo>
                <a:lnTo>
                  <a:pt x="162866" y="769610"/>
                </a:lnTo>
                <a:lnTo>
                  <a:pt x="126466" y="737114"/>
                </a:lnTo>
                <a:lnTo>
                  <a:pt x="93964" y="700711"/>
                </a:lnTo>
                <a:lnTo>
                  <a:pt x="65982" y="661200"/>
                </a:lnTo>
                <a:lnTo>
                  <a:pt x="42695" y="619002"/>
                </a:lnTo>
                <a:lnTo>
                  <a:pt x="24278" y="574541"/>
                </a:lnTo>
                <a:lnTo>
                  <a:pt x="10907" y="528238"/>
                </a:lnTo>
                <a:lnTo>
                  <a:pt x="2756" y="480516"/>
                </a:lnTo>
                <a:lnTo>
                  <a:pt x="0" y="431796"/>
                </a:lnTo>
                <a:lnTo>
                  <a:pt x="2756" y="383075"/>
                </a:lnTo>
                <a:lnTo>
                  <a:pt x="10907" y="335349"/>
                </a:lnTo>
                <a:lnTo>
                  <a:pt x="24278" y="289042"/>
                </a:lnTo>
                <a:lnTo>
                  <a:pt x="42695" y="244577"/>
                </a:lnTo>
                <a:lnTo>
                  <a:pt x="65982" y="202379"/>
                </a:lnTo>
                <a:lnTo>
                  <a:pt x="93964" y="162871"/>
                </a:lnTo>
                <a:lnTo>
                  <a:pt x="126466" y="126478"/>
                </a:lnTo>
                <a:lnTo>
                  <a:pt x="162866" y="93971"/>
                </a:lnTo>
                <a:lnTo>
                  <a:pt x="202376" y="65985"/>
                </a:lnTo>
                <a:lnTo>
                  <a:pt x="244573" y="42693"/>
                </a:lnTo>
                <a:lnTo>
                  <a:pt x="289035" y="24272"/>
                </a:lnTo>
                <a:lnTo>
                  <a:pt x="335340" y="10897"/>
                </a:lnTo>
                <a:lnTo>
                  <a:pt x="383063" y="2743"/>
                </a:lnTo>
                <a:lnTo>
                  <a:pt x="431784" y="0"/>
                </a:lnTo>
                <a:lnTo>
                  <a:pt x="5755604" y="0"/>
                </a:lnTo>
                <a:lnTo>
                  <a:pt x="5804334" y="2743"/>
                </a:lnTo>
                <a:lnTo>
                  <a:pt x="5852064" y="10897"/>
                </a:lnTo>
                <a:lnTo>
                  <a:pt x="5898371" y="24272"/>
                </a:lnTo>
                <a:lnTo>
                  <a:pt x="5942832" y="42693"/>
                </a:lnTo>
                <a:lnTo>
                  <a:pt x="5985026" y="65985"/>
                </a:lnTo>
                <a:lnTo>
                  <a:pt x="6024530" y="93971"/>
                </a:lnTo>
                <a:lnTo>
                  <a:pt x="6060922" y="126478"/>
                </a:lnTo>
                <a:lnTo>
                  <a:pt x="6093429" y="162871"/>
                </a:lnTo>
                <a:lnTo>
                  <a:pt x="6121415" y="202379"/>
                </a:lnTo>
                <a:lnTo>
                  <a:pt x="6144707" y="244577"/>
                </a:lnTo>
                <a:lnTo>
                  <a:pt x="6163128" y="289042"/>
                </a:lnTo>
                <a:lnTo>
                  <a:pt x="6176503" y="335349"/>
                </a:lnTo>
                <a:lnTo>
                  <a:pt x="6184657" y="383075"/>
                </a:lnTo>
                <a:lnTo>
                  <a:pt x="6186656" y="418394"/>
                </a:lnTo>
                <a:lnTo>
                  <a:pt x="6186656" y="445198"/>
                </a:lnTo>
                <a:lnTo>
                  <a:pt x="6176503" y="528238"/>
                </a:lnTo>
                <a:lnTo>
                  <a:pt x="6163128" y="574541"/>
                </a:lnTo>
                <a:lnTo>
                  <a:pt x="6144707" y="619002"/>
                </a:lnTo>
                <a:lnTo>
                  <a:pt x="6121415" y="661200"/>
                </a:lnTo>
                <a:lnTo>
                  <a:pt x="6093429" y="700711"/>
                </a:lnTo>
                <a:lnTo>
                  <a:pt x="6060922" y="737114"/>
                </a:lnTo>
                <a:lnTo>
                  <a:pt x="6024530" y="769610"/>
                </a:lnTo>
                <a:lnTo>
                  <a:pt x="5985026" y="797588"/>
                </a:lnTo>
                <a:lnTo>
                  <a:pt x="5942832" y="820875"/>
                </a:lnTo>
                <a:lnTo>
                  <a:pt x="5898371" y="839293"/>
                </a:lnTo>
                <a:lnTo>
                  <a:pt x="5852064" y="852666"/>
                </a:lnTo>
                <a:lnTo>
                  <a:pt x="5804334" y="860819"/>
                </a:lnTo>
                <a:lnTo>
                  <a:pt x="5755604" y="863568"/>
                </a:lnTo>
                <a:close/>
              </a:path>
            </a:pathLst>
          </a:custGeom>
          <a:solidFill>
            <a:srgbClr val="E2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6668" y="3664376"/>
            <a:ext cx="5101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Hoàn</a:t>
            </a:r>
            <a:r>
              <a:rPr sz="3000" b="1" spc="-100" dirty="0">
                <a:solidFill>
                  <a:srgbClr val="F7F7F7"/>
                </a:solidFill>
                <a:latin typeface="Arial"/>
                <a:cs typeface="Arial"/>
              </a:rPr>
              <a:t> thành </a:t>
            </a:r>
            <a:r>
              <a:rPr sz="3000" b="1" spc="-150" dirty="0">
                <a:solidFill>
                  <a:srgbClr val="F7F7F7"/>
                </a:solidFill>
                <a:latin typeface="Arial"/>
                <a:cs typeface="Arial"/>
              </a:rPr>
              <a:t>100%</a:t>
            </a:r>
            <a:r>
              <a:rPr sz="3000" b="1" spc="-10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165" dirty="0">
                <a:solidFill>
                  <a:srgbClr val="F7F7F7"/>
                </a:solidFill>
                <a:latin typeface="Arial"/>
                <a:cs typeface="Arial"/>
              </a:rPr>
              <a:t>yêu</a:t>
            </a:r>
            <a:r>
              <a:rPr sz="3000" b="1" spc="-10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150" dirty="0">
                <a:solidFill>
                  <a:srgbClr val="F7F7F7"/>
                </a:solidFill>
                <a:latin typeface="Arial"/>
                <a:cs typeface="Arial"/>
              </a:rPr>
              <a:t>cầu</a:t>
            </a:r>
            <a:r>
              <a:rPr sz="3000" b="1" spc="-10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470" dirty="0">
                <a:solidFill>
                  <a:srgbClr val="F7F7F7"/>
                </a:solidFill>
                <a:latin typeface="Arial"/>
                <a:cs typeface="Arial"/>
              </a:rPr>
              <a:t>SRS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334000" y="1553023"/>
            <a:ext cx="10614504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3425" marR="5080" indent="-721360">
              <a:lnSpc>
                <a:spcPct val="100000"/>
              </a:lnSpc>
              <a:spcBef>
                <a:spcPts val="100"/>
              </a:spcBef>
            </a:pPr>
            <a:r>
              <a:rPr b="0" spc="-185" dirty="0">
                <a:latin typeface="Calibri"/>
                <a:cs typeface="Calibri"/>
              </a:rPr>
              <a:t>7.</a:t>
            </a:r>
            <a:r>
              <a:rPr b="0" spc="-880" dirty="0">
                <a:latin typeface="Calibri"/>
                <a:cs typeface="Calibri"/>
              </a:rPr>
              <a:t> </a:t>
            </a:r>
            <a:r>
              <a:rPr spc="190" dirty="0"/>
              <a:t>Kết</a:t>
            </a:r>
            <a:r>
              <a:rPr dirty="0"/>
              <a:t> </a:t>
            </a:r>
            <a:r>
              <a:rPr spc="80" dirty="0"/>
              <a:t>quả </a:t>
            </a:r>
            <a:r>
              <a:rPr dirty="0"/>
              <a:t>đạt</a:t>
            </a:r>
            <a:r>
              <a:rPr spc="-10" dirty="0"/>
              <a:t> </a:t>
            </a:r>
            <a:r>
              <a:rPr spc="-204" dirty="0"/>
              <a:t>được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81" y="4876388"/>
            <a:ext cx="85725" cy="857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81" y="5266913"/>
            <a:ext cx="85725" cy="857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1581" y="5657438"/>
            <a:ext cx="85725" cy="857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1581" y="6047963"/>
            <a:ext cx="85725" cy="857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1581" y="6438488"/>
            <a:ext cx="85725" cy="857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96439" y="4652881"/>
            <a:ext cx="3531870" cy="197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065">
              <a:lnSpc>
                <a:spcPct val="116500"/>
              </a:lnSpc>
              <a:spcBef>
                <a:spcPts val="100"/>
              </a:spcBef>
            </a:pPr>
            <a:r>
              <a:rPr sz="2200" b="1" spc="-135" dirty="0">
                <a:solidFill>
                  <a:srgbClr val="F7F7F7"/>
                </a:solidFill>
                <a:latin typeface="Arial"/>
                <a:cs typeface="Arial"/>
              </a:rPr>
              <a:t>Backend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25" dirty="0">
                <a:solidFill>
                  <a:srgbClr val="F7F7F7"/>
                </a:solidFill>
                <a:latin typeface="Arial"/>
                <a:cs typeface="Arial"/>
              </a:rPr>
              <a:t>server</a:t>
            </a:r>
            <a:r>
              <a:rPr sz="2200" b="1" spc="-4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30" dirty="0">
                <a:solidFill>
                  <a:srgbClr val="F7F7F7"/>
                </a:solidFill>
                <a:latin typeface="Arial"/>
                <a:cs typeface="Arial"/>
              </a:rPr>
              <a:t>ổn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F7F7F7"/>
                </a:solidFill>
                <a:latin typeface="Arial"/>
                <a:cs typeface="Arial"/>
              </a:rPr>
              <a:t>định </a:t>
            </a:r>
            <a:r>
              <a:rPr sz="2200" b="1" spc="-35" dirty="0">
                <a:solidFill>
                  <a:srgbClr val="F7F7F7"/>
                </a:solidFill>
                <a:latin typeface="Arial"/>
                <a:cs typeface="Arial"/>
              </a:rPr>
              <a:t>13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10" dirty="0">
                <a:solidFill>
                  <a:srgbClr val="F7F7F7"/>
                </a:solidFill>
                <a:latin typeface="Arial"/>
                <a:cs typeface="Arial"/>
              </a:rPr>
              <a:t>APIs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14" dirty="0">
                <a:solidFill>
                  <a:srgbClr val="F7F7F7"/>
                </a:solidFill>
                <a:latin typeface="Arial"/>
                <a:cs typeface="Arial"/>
              </a:rPr>
              <a:t>đầy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30" dirty="0">
                <a:solidFill>
                  <a:srgbClr val="F7F7F7"/>
                </a:solidFill>
                <a:latin typeface="Arial"/>
                <a:cs typeface="Arial"/>
              </a:rPr>
              <a:t>đủ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10" dirty="0">
                <a:solidFill>
                  <a:srgbClr val="F7F7F7"/>
                </a:solidFill>
                <a:latin typeface="Arial"/>
                <a:cs typeface="Arial"/>
              </a:rPr>
              <a:t>chức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90" dirty="0">
                <a:solidFill>
                  <a:srgbClr val="F7F7F7"/>
                </a:solidFill>
                <a:latin typeface="Arial"/>
                <a:cs typeface="Arial"/>
              </a:rPr>
              <a:t>năng</a:t>
            </a:r>
            <a:endParaRPr sz="2200">
              <a:latin typeface="Arial"/>
              <a:cs typeface="Arial"/>
            </a:endParaRPr>
          </a:p>
          <a:p>
            <a:pPr marL="79375" marR="5080" indent="-67310">
              <a:lnSpc>
                <a:spcPct val="116500"/>
              </a:lnSpc>
            </a:pPr>
            <a:r>
              <a:rPr sz="2200" b="1" spc="-40" dirty="0">
                <a:solidFill>
                  <a:srgbClr val="F7F7F7"/>
                </a:solidFill>
                <a:latin typeface="Arial"/>
                <a:cs typeface="Arial"/>
              </a:rPr>
              <a:t>Multi-</a:t>
            </a:r>
            <a:r>
              <a:rPr sz="2200" b="1" spc="-80" dirty="0">
                <a:solidFill>
                  <a:srgbClr val="F7F7F7"/>
                </a:solidFill>
                <a:latin typeface="Arial"/>
                <a:cs typeface="Arial"/>
              </a:rPr>
              <a:t>threading</a:t>
            </a:r>
            <a:r>
              <a:rPr sz="2200" b="1" spc="-1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60" dirty="0">
                <a:solidFill>
                  <a:srgbClr val="F7F7F7"/>
                </a:solidFill>
                <a:latin typeface="Arial"/>
                <a:cs typeface="Arial"/>
              </a:rPr>
              <a:t>architecture </a:t>
            </a:r>
            <a:r>
              <a:rPr sz="2200" b="1" spc="-85" dirty="0">
                <a:solidFill>
                  <a:srgbClr val="F7F7F7"/>
                </a:solidFill>
                <a:latin typeface="Arial"/>
                <a:cs typeface="Arial"/>
              </a:rPr>
              <a:t>File</a:t>
            </a:r>
            <a:r>
              <a:rPr sz="2200" b="1" spc="-4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95" dirty="0">
                <a:solidFill>
                  <a:srgbClr val="F7F7F7"/>
                </a:solidFill>
                <a:latin typeface="Arial"/>
                <a:cs typeface="Arial"/>
              </a:rPr>
              <a:t>transfer</a:t>
            </a:r>
            <a:r>
              <a:rPr sz="2200" b="1" spc="-4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7F7F7"/>
                </a:solidFill>
                <a:latin typeface="Arial"/>
                <a:cs typeface="Arial"/>
              </a:rPr>
              <a:t>system</a:t>
            </a:r>
            <a:endParaRPr sz="22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430"/>
              </a:spcBef>
            </a:pPr>
            <a:r>
              <a:rPr sz="2200" b="1" spc="-80" dirty="0">
                <a:solidFill>
                  <a:srgbClr val="F7F7F7"/>
                </a:solidFill>
                <a:latin typeface="Arial"/>
                <a:cs typeface="Arial"/>
              </a:rPr>
              <a:t>Real-</a:t>
            </a:r>
            <a:r>
              <a:rPr sz="2200" b="1" spc="-45" dirty="0">
                <a:solidFill>
                  <a:srgbClr val="F7F7F7"/>
                </a:solidFill>
                <a:latin typeface="Arial"/>
                <a:cs typeface="Arial"/>
              </a:rPr>
              <a:t>time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F7F7F7"/>
                </a:solidFill>
                <a:latin typeface="Arial"/>
                <a:cs typeface="Arial"/>
              </a:rPr>
              <a:t>messaging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40812" y="3505625"/>
            <a:ext cx="4135120" cy="863600"/>
          </a:xfrm>
          <a:custGeom>
            <a:avLst/>
            <a:gdLst/>
            <a:ahLst/>
            <a:cxnLst/>
            <a:rect l="l" t="t" r="r" b="b"/>
            <a:pathLst>
              <a:path w="4135120" h="863600">
                <a:moveTo>
                  <a:pt x="3703258" y="863589"/>
                </a:moveTo>
                <a:lnTo>
                  <a:pt x="431779" y="863589"/>
                </a:lnTo>
                <a:lnTo>
                  <a:pt x="383058" y="860833"/>
                </a:lnTo>
                <a:lnTo>
                  <a:pt x="335332" y="852679"/>
                </a:lnTo>
                <a:lnTo>
                  <a:pt x="289025" y="839306"/>
                </a:lnTo>
                <a:lnTo>
                  <a:pt x="244560" y="820888"/>
                </a:lnTo>
                <a:lnTo>
                  <a:pt x="202362" y="797602"/>
                </a:lnTo>
                <a:lnTo>
                  <a:pt x="162854" y="769623"/>
                </a:lnTo>
                <a:lnTo>
                  <a:pt x="126461" y="737128"/>
                </a:lnTo>
                <a:lnTo>
                  <a:pt x="93956" y="700725"/>
                </a:lnTo>
                <a:lnTo>
                  <a:pt x="65974" y="661213"/>
                </a:lnTo>
                <a:lnTo>
                  <a:pt x="42688" y="619016"/>
                </a:lnTo>
                <a:lnTo>
                  <a:pt x="24273" y="574554"/>
                </a:lnTo>
                <a:lnTo>
                  <a:pt x="10904" y="528251"/>
                </a:lnTo>
                <a:lnTo>
                  <a:pt x="2755" y="480529"/>
                </a:lnTo>
                <a:lnTo>
                  <a:pt x="0" y="431810"/>
                </a:lnTo>
                <a:lnTo>
                  <a:pt x="2755" y="383089"/>
                </a:lnTo>
                <a:lnTo>
                  <a:pt x="10904" y="335363"/>
                </a:lnTo>
                <a:lnTo>
                  <a:pt x="24273" y="289055"/>
                </a:lnTo>
                <a:lnTo>
                  <a:pt x="42688" y="244591"/>
                </a:lnTo>
                <a:lnTo>
                  <a:pt x="65974" y="202393"/>
                </a:lnTo>
                <a:lnTo>
                  <a:pt x="93956" y="162885"/>
                </a:lnTo>
                <a:lnTo>
                  <a:pt x="126461" y="126491"/>
                </a:lnTo>
                <a:lnTo>
                  <a:pt x="162854" y="93985"/>
                </a:lnTo>
                <a:lnTo>
                  <a:pt x="202362" y="65998"/>
                </a:lnTo>
                <a:lnTo>
                  <a:pt x="244560" y="42706"/>
                </a:lnTo>
                <a:lnTo>
                  <a:pt x="289025" y="24285"/>
                </a:lnTo>
                <a:lnTo>
                  <a:pt x="335332" y="10910"/>
                </a:lnTo>
                <a:lnTo>
                  <a:pt x="383058" y="2756"/>
                </a:lnTo>
                <a:lnTo>
                  <a:pt x="431779" y="0"/>
                </a:lnTo>
                <a:lnTo>
                  <a:pt x="3703258" y="0"/>
                </a:lnTo>
                <a:lnTo>
                  <a:pt x="3751989" y="2756"/>
                </a:lnTo>
                <a:lnTo>
                  <a:pt x="3799719" y="10910"/>
                </a:lnTo>
                <a:lnTo>
                  <a:pt x="3846026" y="24285"/>
                </a:lnTo>
                <a:lnTo>
                  <a:pt x="3890487" y="42706"/>
                </a:lnTo>
                <a:lnTo>
                  <a:pt x="3932681" y="65998"/>
                </a:lnTo>
                <a:lnTo>
                  <a:pt x="3972185" y="93985"/>
                </a:lnTo>
                <a:lnTo>
                  <a:pt x="4008577" y="126491"/>
                </a:lnTo>
                <a:lnTo>
                  <a:pt x="4041083" y="162885"/>
                </a:lnTo>
                <a:lnTo>
                  <a:pt x="4069070" y="202393"/>
                </a:lnTo>
                <a:lnTo>
                  <a:pt x="4092362" y="244591"/>
                </a:lnTo>
                <a:lnTo>
                  <a:pt x="4110783" y="289055"/>
                </a:lnTo>
                <a:lnTo>
                  <a:pt x="4124158" y="335363"/>
                </a:lnTo>
                <a:lnTo>
                  <a:pt x="4132312" y="383089"/>
                </a:lnTo>
                <a:lnTo>
                  <a:pt x="4135069" y="431810"/>
                </a:lnTo>
                <a:lnTo>
                  <a:pt x="4132312" y="480529"/>
                </a:lnTo>
                <a:lnTo>
                  <a:pt x="4124158" y="528251"/>
                </a:lnTo>
                <a:lnTo>
                  <a:pt x="4110783" y="574554"/>
                </a:lnTo>
                <a:lnTo>
                  <a:pt x="4092362" y="619016"/>
                </a:lnTo>
                <a:lnTo>
                  <a:pt x="4069070" y="661213"/>
                </a:lnTo>
                <a:lnTo>
                  <a:pt x="4041083" y="700725"/>
                </a:lnTo>
                <a:lnTo>
                  <a:pt x="4008577" y="737128"/>
                </a:lnTo>
                <a:lnTo>
                  <a:pt x="3972185" y="769623"/>
                </a:lnTo>
                <a:lnTo>
                  <a:pt x="3932681" y="797602"/>
                </a:lnTo>
                <a:lnTo>
                  <a:pt x="3890487" y="820888"/>
                </a:lnTo>
                <a:lnTo>
                  <a:pt x="3846026" y="839306"/>
                </a:lnTo>
                <a:lnTo>
                  <a:pt x="3799719" y="852679"/>
                </a:lnTo>
                <a:lnTo>
                  <a:pt x="3751989" y="860833"/>
                </a:lnTo>
                <a:lnTo>
                  <a:pt x="3703258" y="863589"/>
                </a:lnTo>
                <a:close/>
              </a:path>
            </a:pathLst>
          </a:custGeom>
          <a:solidFill>
            <a:srgbClr val="E2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02018" y="3664376"/>
            <a:ext cx="26123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85" dirty="0">
                <a:solidFill>
                  <a:srgbClr val="F7F7F7"/>
                </a:solidFill>
                <a:latin typeface="Arial"/>
                <a:cs typeface="Arial"/>
              </a:rPr>
              <a:t>Thống</a:t>
            </a:r>
            <a:r>
              <a:rPr sz="3000" b="1" spc="-114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60" dirty="0">
                <a:solidFill>
                  <a:srgbClr val="F7F7F7"/>
                </a:solidFill>
                <a:latin typeface="Arial"/>
                <a:cs typeface="Arial"/>
              </a:rPr>
              <a:t>kê</a:t>
            </a:r>
            <a:r>
              <a:rPr sz="3000" b="1" spc="-11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335" dirty="0">
                <a:solidFill>
                  <a:srgbClr val="F7F7F7"/>
                </a:solidFill>
                <a:latin typeface="Arial"/>
                <a:cs typeface="Arial"/>
              </a:rPr>
              <a:t>dự</a:t>
            </a:r>
            <a:r>
              <a:rPr sz="3000" b="1" spc="-11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45" dirty="0">
                <a:solidFill>
                  <a:srgbClr val="F7F7F7"/>
                </a:solidFill>
                <a:latin typeface="Arial"/>
                <a:cs typeface="Arial"/>
              </a:rPr>
              <a:t>án</a:t>
            </a:r>
            <a:endParaRPr sz="3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55605" y="3505625"/>
            <a:ext cx="4135120" cy="863600"/>
          </a:xfrm>
          <a:custGeom>
            <a:avLst/>
            <a:gdLst/>
            <a:ahLst/>
            <a:cxnLst/>
            <a:rect l="l" t="t" r="r" b="b"/>
            <a:pathLst>
              <a:path w="4135119" h="863600">
                <a:moveTo>
                  <a:pt x="3703289" y="863589"/>
                </a:moveTo>
                <a:lnTo>
                  <a:pt x="431810" y="863589"/>
                </a:lnTo>
                <a:lnTo>
                  <a:pt x="383089" y="860833"/>
                </a:lnTo>
                <a:lnTo>
                  <a:pt x="335363" y="852679"/>
                </a:lnTo>
                <a:lnTo>
                  <a:pt x="289055" y="839306"/>
                </a:lnTo>
                <a:lnTo>
                  <a:pt x="244591" y="820888"/>
                </a:lnTo>
                <a:lnTo>
                  <a:pt x="202393" y="797602"/>
                </a:lnTo>
                <a:lnTo>
                  <a:pt x="162885" y="769623"/>
                </a:lnTo>
                <a:lnTo>
                  <a:pt x="126491" y="737128"/>
                </a:lnTo>
                <a:lnTo>
                  <a:pt x="93985" y="700725"/>
                </a:lnTo>
                <a:lnTo>
                  <a:pt x="65998" y="661213"/>
                </a:lnTo>
                <a:lnTo>
                  <a:pt x="42706" y="619016"/>
                </a:lnTo>
                <a:lnTo>
                  <a:pt x="24285" y="574554"/>
                </a:lnTo>
                <a:lnTo>
                  <a:pt x="10910" y="528251"/>
                </a:lnTo>
                <a:lnTo>
                  <a:pt x="2756" y="480529"/>
                </a:lnTo>
                <a:lnTo>
                  <a:pt x="0" y="431810"/>
                </a:lnTo>
                <a:lnTo>
                  <a:pt x="2756" y="383089"/>
                </a:lnTo>
                <a:lnTo>
                  <a:pt x="10910" y="335363"/>
                </a:lnTo>
                <a:lnTo>
                  <a:pt x="24285" y="289055"/>
                </a:lnTo>
                <a:lnTo>
                  <a:pt x="42706" y="244591"/>
                </a:lnTo>
                <a:lnTo>
                  <a:pt x="65998" y="202393"/>
                </a:lnTo>
                <a:lnTo>
                  <a:pt x="93985" y="162885"/>
                </a:lnTo>
                <a:lnTo>
                  <a:pt x="126491" y="126491"/>
                </a:lnTo>
                <a:lnTo>
                  <a:pt x="162885" y="93985"/>
                </a:lnTo>
                <a:lnTo>
                  <a:pt x="202393" y="65998"/>
                </a:lnTo>
                <a:lnTo>
                  <a:pt x="244591" y="42706"/>
                </a:lnTo>
                <a:lnTo>
                  <a:pt x="289055" y="24285"/>
                </a:lnTo>
                <a:lnTo>
                  <a:pt x="335363" y="10910"/>
                </a:lnTo>
                <a:lnTo>
                  <a:pt x="383089" y="2756"/>
                </a:lnTo>
                <a:lnTo>
                  <a:pt x="431810" y="0"/>
                </a:lnTo>
                <a:lnTo>
                  <a:pt x="3703289" y="0"/>
                </a:lnTo>
                <a:lnTo>
                  <a:pt x="3752010" y="2756"/>
                </a:lnTo>
                <a:lnTo>
                  <a:pt x="3799736" y="10910"/>
                </a:lnTo>
                <a:lnTo>
                  <a:pt x="3846043" y="24285"/>
                </a:lnTo>
                <a:lnTo>
                  <a:pt x="3890508" y="42706"/>
                </a:lnTo>
                <a:lnTo>
                  <a:pt x="3932706" y="65998"/>
                </a:lnTo>
                <a:lnTo>
                  <a:pt x="3972214" y="93985"/>
                </a:lnTo>
                <a:lnTo>
                  <a:pt x="4008607" y="126491"/>
                </a:lnTo>
                <a:lnTo>
                  <a:pt x="4041114" y="162885"/>
                </a:lnTo>
                <a:lnTo>
                  <a:pt x="4069101" y="202393"/>
                </a:lnTo>
                <a:lnTo>
                  <a:pt x="4092392" y="244591"/>
                </a:lnTo>
                <a:lnTo>
                  <a:pt x="4110813" y="289055"/>
                </a:lnTo>
                <a:lnTo>
                  <a:pt x="4124189" y="335363"/>
                </a:lnTo>
                <a:lnTo>
                  <a:pt x="4132342" y="383089"/>
                </a:lnTo>
                <a:lnTo>
                  <a:pt x="4135099" y="431810"/>
                </a:lnTo>
                <a:lnTo>
                  <a:pt x="4132342" y="480529"/>
                </a:lnTo>
                <a:lnTo>
                  <a:pt x="4124189" y="528251"/>
                </a:lnTo>
                <a:lnTo>
                  <a:pt x="4110813" y="574554"/>
                </a:lnTo>
                <a:lnTo>
                  <a:pt x="4092392" y="619016"/>
                </a:lnTo>
                <a:lnTo>
                  <a:pt x="4069101" y="661213"/>
                </a:lnTo>
                <a:lnTo>
                  <a:pt x="4041114" y="700725"/>
                </a:lnTo>
                <a:lnTo>
                  <a:pt x="4008607" y="737128"/>
                </a:lnTo>
                <a:lnTo>
                  <a:pt x="3972214" y="769623"/>
                </a:lnTo>
                <a:lnTo>
                  <a:pt x="3932706" y="797602"/>
                </a:lnTo>
                <a:lnTo>
                  <a:pt x="3890508" y="820888"/>
                </a:lnTo>
                <a:lnTo>
                  <a:pt x="3846043" y="839306"/>
                </a:lnTo>
                <a:lnTo>
                  <a:pt x="3799736" y="852679"/>
                </a:lnTo>
                <a:lnTo>
                  <a:pt x="3752010" y="860833"/>
                </a:lnTo>
                <a:lnTo>
                  <a:pt x="3703289" y="863589"/>
                </a:lnTo>
                <a:close/>
              </a:path>
            </a:pathLst>
          </a:custGeom>
          <a:solidFill>
            <a:srgbClr val="E2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341939" y="3664376"/>
            <a:ext cx="2962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5" dirty="0">
                <a:solidFill>
                  <a:srgbClr val="F7F7F7"/>
                </a:solidFill>
                <a:latin typeface="Arial"/>
                <a:cs typeface="Arial"/>
              </a:rPr>
              <a:t>Tính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160" dirty="0">
                <a:solidFill>
                  <a:srgbClr val="F7F7F7"/>
                </a:solidFill>
                <a:latin typeface="Arial"/>
                <a:cs typeface="Arial"/>
              </a:rPr>
              <a:t>năng</a:t>
            </a:r>
            <a:r>
              <a:rPr sz="3000" b="1" spc="-8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135" dirty="0">
                <a:solidFill>
                  <a:srgbClr val="F7F7F7"/>
                </a:solidFill>
                <a:latin typeface="Arial"/>
                <a:cs typeface="Arial"/>
              </a:rPr>
              <a:t>nổi</a:t>
            </a:r>
            <a:r>
              <a:rPr sz="30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3000" b="1" spc="-25" dirty="0">
                <a:solidFill>
                  <a:srgbClr val="F7F7F7"/>
                </a:solidFill>
                <a:latin typeface="Arial"/>
                <a:cs typeface="Arial"/>
              </a:rPr>
              <a:t>bật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8462" y="4876388"/>
            <a:ext cx="85725" cy="8572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8462" y="5266913"/>
            <a:ext cx="85725" cy="857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88462" y="5657438"/>
            <a:ext cx="85725" cy="8572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88462" y="6047963"/>
            <a:ext cx="85725" cy="8572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88462" y="6438488"/>
            <a:ext cx="85725" cy="8572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070442" y="4652881"/>
            <a:ext cx="3287395" cy="19780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b="1" spc="-85" dirty="0">
                <a:solidFill>
                  <a:srgbClr val="F7F7F7"/>
                </a:solidFill>
                <a:latin typeface="Arial"/>
                <a:cs typeface="Arial"/>
              </a:rPr>
              <a:t>1,000+</a:t>
            </a:r>
            <a:r>
              <a:rPr sz="2200" b="1" spc="-5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F7F7F7"/>
                </a:solidFill>
                <a:latin typeface="Arial"/>
                <a:cs typeface="Arial"/>
              </a:rPr>
              <a:t>lines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80" dirty="0">
                <a:solidFill>
                  <a:srgbClr val="F7F7F7"/>
                </a:solidFill>
                <a:latin typeface="Arial"/>
                <a:cs typeface="Arial"/>
              </a:rPr>
              <a:t>of</a:t>
            </a:r>
            <a:r>
              <a:rPr sz="2200" b="1" spc="-5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F7F7F7"/>
                </a:solidFill>
                <a:latin typeface="Arial"/>
                <a:cs typeface="Arial"/>
              </a:rPr>
              <a:t>code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16500"/>
              </a:lnSpc>
            </a:pPr>
            <a:r>
              <a:rPr sz="2200" b="1" spc="-30" dirty="0">
                <a:solidFill>
                  <a:srgbClr val="F7F7F7"/>
                </a:solidFill>
                <a:latin typeface="Arial"/>
                <a:cs typeface="Arial"/>
              </a:rPr>
              <a:t>Hỗ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25" dirty="0">
                <a:solidFill>
                  <a:srgbClr val="F7F7F7"/>
                </a:solidFill>
                <a:latin typeface="Arial"/>
                <a:cs typeface="Arial"/>
              </a:rPr>
              <a:t>trợ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60" dirty="0">
                <a:solidFill>
                  <a:srgbClr val="F7F7F7"/>
                </a:solidFill>
                <a:latin typeface="Arial"/>
                <a:cs typeface="Arial"/>
              </a:rPr>
              <a:t>50+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85" dirty="0">
                <a:solidFill>
                  <a:srgbClr val="F7F7F7"/>
                </a:solidFill>
                <a:latin typeface="Arial"/>
                <a:cs typeface="Arial"/>
              </a:rPr>
              <a:t>users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40" dirty="0">
                <a:solidFill>
                  <a:srgbClr val="F7F7F7"/>
                </a:solidFill>
                <a:latin typeface="Arial"/>
                <a:cs typeface="Arial"/>
              </a:rPr>
              <a:t>đồng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85" dirty="0">
                <a:solidFill>
                  <a:srgbClr val="F7F7F7"/>
                </a:solidFill>
                <a:latin typeface="Arial"/>
                <a:cs typeface="Arial"/>
              </a:rPr>
              <a:t>thời </a:t>
            </a:r>
            <a:r>
              <a:rPr sz="2200" b="1" dirty="0">
                <a:solidFill>
                  <a:srgbClr val="F7F7F7"/>
                </a:solidFill>
                <a:latin typeface="Arial"/>
                <a:cs typeface="Arial"/>
              </a:rPr>
              <a:t>4</a:t>
            </a:r>
            <a:r>
              <a:rPr sz="2200" b="1" spc="-10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5" dirty="0">
                <a:solidFill>
                  <a:srgbClr val="F7F7F7"/>
                </a:solidFill>
                <a:latin typeface="Arial"/>
                <a:cs typeface="Arial"/>
              </a:rPr>
              <a:t>core</a:t>
            </a:r>
            <a:r>
              <a:rPr sz="2200" b="1" spc="-8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7F7F7"/>
                </a:solidFill>
                <a:latin typeface="Arial"/>
                <a:cs typeface="Arial"/>
              </a:rPr>
              <a:t>modules</a:t>
            </a:r>
            <a:endParaRPr sz="2200">
              <a:latin typeface="Arial"/>
              <a:cs typeface="Arial"/>
            </a:endParaRPr>
          </a:p>
          <a:p>
            <a:pPr marL="12700" marR="600075">
              <a:lnSpc>
                <a:spcPct val="116500"/>
              </a:lnSpc>
            </a:pPr>
            <a:r>
              <a:rPr sz="2200" b="1" spc="-155" dirty="0">
                <a:solidFill>
                  <a:srgbClr val="F7F7F7"/>
                </a:solidFill>
                <a:latin typeface="Arial"/>
                <a:cs typeface="Arial"/>
              </a:rPr>
              <a:t>SQLite</a:t>
            </a:r>
            <a:r>
              <a:rPr sz="2200" b="1" spc="-3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7F7F7"/>
                </a:solidFill>
                <a:latin typeface="Arial"/>
                <a:cs typeface="Arial"/>
              </a:rPr>
              <a:t>database </a:t>
            </a:r>
            <a:r>
              <a:rPr sz="2200" b="1" spc="-114" dirty="0">
                <a:solidFill>
                  <a:srgbClr val="F7F7F7"/>
                </a:solidFill>
                <a:latin typeface="Arial"/>
                <a:cs typeface="Arial"/>
              </a:rPr>
              <a:t>Error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90" dirty="0">
                <a:solidFill>
                  <a:srgbClr val="F7F7F7"/>
                </a:solidFill>
                <a:latin typeface="Arial"/>
                <a:cs typeface="Arial"/>
              </a:rPr>
              <a:t>handling</a:t>
            </a:r>
            <a:r>
              <a:rPr sz="2200" b="1" spc="-6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14" dirty="0">
                <a:solidFill>
                  <a:srgbClr val="F7F7F7"/>
                </a:solidFill>
                <a:latin typeface="Arial"/>
                <a:cs typeface="Arial"/>
              </a:rPr>
              <a:t>đầy</a:t>
            </a:r>
            <a:r>
              <a:rPr sz="2200" b="1" spc="-6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60" dirty="0">
                <a:solidFill>
                  <a:srgbClr val="F7F7F7"/>
                </a:solidFill>
                <a:latin typeface="Arial"/>
                <a:cs typeface="Arial"/>
              </a:rPr>
              <a:t>đủ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3255" y="4876388"/>
            <a:ext cx="85725" cy="8572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3255" y="5266913"/>
            <a:ext cx="85725" cy="8572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03255" y="5657438"/>
            <a:ext cx="85725" cy="8572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03255" y="6047963"/>
            <a:ext cx="85725" cy="8572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3285235" y="4652881"/>
            <a:ext cx="352488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2200" b="1" spc="-40" dirty="0">
                <a:solidFill>
                  <a:srgbClr val="F7F7F7"/>
                </a:solidFill>
                <a:latin typeface="Arial"/>
                <a:cs typeface="Arial"/>
              </a:rPr>
              <a:t>Multi-</a:t>
            </a:r>
            <a:r>
              <a:rPr sz="2200" b="1" spc="-80" dirty="0">
                <a:solidFill>
                  <a:srgbClr val="F7F7F7"/>
                </a:solidFill>
                <a:latin typeface="Arial"/>
                <a:cs typeface="Arial"/>
              </a:rPr>
              <a:t>threading</a:t>
            </a:r>
            <a:r>
              <a:rPr sz="2200" b="1" spc="-1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F7F7F7"/>
                </a:solidFill>
                <a:latin typeface="Arial"/>
                <a:cs typeface="Arial"/>
              </a:rPr>
              <a:t>safe </a:t>
            </a:r>
            <a:r>
              <a:rPr sz="2200" b="1" spc="-170" dirty="0">
                <a:solidFill>
                  <a:srgbClr val="F7F7F7"/>
                </a:solidFill>
                <a:latin typeface="Arial"/>
                <a:cs typeface="Arial"/>
              </a:rPr>
              <a:t>Password</a:t>
            </a:r>
            <a:r>
              <a:rPr sz="2200" b="1" spc="-1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25" dirty="0">
                <a:solidFill>
                  <a:srgbClr val="F7F7F7"/>
                </a:solidFill>
                <a:latin typeface="Arial"/>
                <a:cs typeface="Arial"/>
              </a:rPr>
              <a:t>security</a:t>
            </a:r>
            <a:r>
              <a:rPr sz="2200" b="1" spc="-1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7F7F7"/>
                </a:solidFill>
                <a:latin typeface="Arial"/>
                <a:cs typeface="Arial"/>
              </a:rPr>
              <a:t>(SHA256) </a:t>
            </a:r>
            <a:r>
              <a:rPr sz="2200" b="1" spc="-85" dirty="0">
                <a:solidFill>
                  <a:srgbClr val="F7F7F7"/>
                </a:solidFill>
                <a:latin typeface="Arial"/>
                <a:cs typeface="Arial"/>
              </a:rPr>
              <a:t>File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65" dirty="0">
                <a:solidFill>
                  <a:srgbClr val="F7F7F7"/>
                </a:solidFill>
                <a:latin typeface="Arial"/>
                <a:cs typeface="Arial"/>
              </a:rPr>
              <a:t>validation</a:t>
            </a:r>
            <a:r>
              <a:rPr sz="2200" b="1" spc="-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229" dirty="0">
                <a:solidFill>
                  <a:srgbClr val="F7F7F7"/>
                </a:solidFill>
                <a:latin typeface="Arial"/>
                <a:cs typeface="Arial"/>
              </a:rPr>
              <a:t>&amp;</a:t>
            </a:r>
            <a:r>
              <a:rPr sz="2200" b="1" spc="-7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7F7F7"/>
                </a:solidFill>
                <a:latin typeface="Arial"/>
                <a:cs typeface="Arial"/>
              </a:rPr>
              <a:t>transfer </a:t>
            </a:r>
            <a:r>
              <a:rPr sz="2200" b="1" spc="-80" dirty="0">
                <a:solidFill>
                  <a:srgbClr val="F7F7F7"/>
                </a:solidFill>
                <a:latin typeface="Arial"/>
                <a:cs typeface="Arial"/>
              </a:rPr>
              <a:t>Real-</a:t>
            </a:r>
            <a:r>
              <a:rPr sz="2200" b="1" spc="-45" dirty="0">
                <a:solidFill>
                  <a:srgbClr val="F7F7F7"/>
                </a:solidFill>
                <a:latin typeface="Arial"/>
                <a:cs typeface="Arial"/>
              </a:rPr>
              <a:t>time</a:t>
            </a:r>
            <a:r>
              <a:rPr sz="2200" b="1" spc="-5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150" dirty="0">
                <a:solidFill>
                  <a:srgbClr val="F7F7F7"/>
                </a:solidFill>
                <a:latin typeface="Arial"/>
                <a:cs typeface="Arial"/>
              </a:rPr>
              <a:t>user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65" dirty="0">
                <a:solidFill>
                  <a:srgbClr val="F7F7F7"/>
                </a:solidFill>
                <a:latin typeface="Arial"/>
                <a:cs typeface="Arial"/>
              </a:rPr>
              <a:t>management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4365" y="1071654"/>
            <a:ext cx="10877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7F7F7"/>
                </a:solidFill>
                <a:latin typeface="Arial"/>
                <a:cs typeface="Arial"/>
              </a:rPr>
              <a:t>NHÓM</a:t>
            </a:r>
            <a:r>
              <a:rPr sz="2200" b="1" spc="-120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F7F7F7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0607" y="1029783"/>
            <a:ext cx="471805" cy="485140"/>
          </a:xfrm>
          <a:custGeom>
            <a:avLst/>
            <a:gdLst/>
            <a:ahLst/>
            <a:cxnLst/>
            <a:rect l="l" t="t" r="r" b="b"/>
            <a:pathLst>
              <a:path w="471805" h="485140">
                <a:moveTo>
                  <a:pt x="238190" y="484691"/>
                </a:moveTo>
                <a:lnTo>
                  <a:pt x="233060" y="484691"/>
                </a:lnTo>
                <a:lnTo>
                  <a:pt x="3825" y="255451"/>
                </a:lnTo>
                <a:lnTo>
                  <a:pt x="2436" y="253362"/>
                </a:lnTo>
                <a:lnTo>
                  <a:pt x="485" y="248642"/>
                </a:lnTo>
                <a:lnTo>
                  <a:pt x="0" y="246183"/>
                </a:lnTo>
                <a:lnTo>
                  <a:pt x="0" y="241073"/>
                </a:lnTo>
                <a:lnTo>
                  <a:pt x="485" y="238613"/>
                </a:lnTo>
                <a:lnTo>
                  <a:pt x="2436" y="233893"/>
                </a:lnTo>
                <a:lnTo>
                  <a:pt x="3825" y="231804"/>
                </a:lnTo>
                <a:lnTo>
                  <a:pt x="235625" y="0"/>
                </a:lnTo>
                <a:lnTo>
                  <a:pt x="407191" y="171569"/>
                </a:lnTo>
                <a:lnTo>
                  <a:pt x="235625" y="171569"/>
                </a:lnTo>
                <a:lnTo>
                  <a:pt x="163590" y="243604"/>
                </a:lnTo>
                <a:lnTo>
                  <a:pt x="235625" y="315638"/>
                </a:lnTo>
                <a:lnTo>
                  <a:pt x="407239" y="315638"/>
                </a:lnTo>
                <a:lnTo>
                  <a:pt x="238190" y="484691"/>
                </a:lnTo>
                <a:close/>
              </a:path>
              <a:path w="471805" h="485140">
                <a:moveTo>
                  <a:pt x="407239" y="315638"/>
                </a:moveTo>
                <a:lnTo>
                  <a:pt x="235625" y="315638"/>
                </a:lnTo>
                <a:lnTo>
                  <a:pt x="307659" y="243604"/>
                </a:lnTo>
                <a:lnTo>
                  <a:pt x="235625" y="171569"/>
                </a:lnTo>
                <a:lnTo>
                  <a:pt x="407191" y="171569"/>
                </a:lnTo>
                <a:lnTo>
                  <a:pt x="467425" y="231804"/>
                </a:lnTo>
                <a:lnTo>
                  <a:pt x="468814" y="233893"/>
                </a:lnTo>
                <a:lnTo>
                  <a:pt x="470765" y="238613"/>
                </a:lnTo>
                <a:lnTo>
                  <a:pt x="471250" y="241073"/>
                </a:lnTo>
                <a:lnTo>
                  <a:pt x="471250" y="246183"/>
                </a:lnTo>
                <a:lnTo>
                  <a:pt x="470765" y="248642"/>
                </a:lnTo>
                <a:lnTo>
                  <a:pt x="468814" y="253362"/>
                </a:lnTo>
                <a:lnTo>
                  <a:pt x="467425" y="255451"/>
                </a:lnTo>
                <a:lnTo>
                  <a:pt x="407239" y="315638"/>
                </a:lnTo>
                <a:close/>
              </a:path>
            </a:pathLst>
          </a:custGeom>
          <a:solidFill>
            <a:srgbClr val="25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04" y="1030830"/>
            <a:ext cx="316590" cy="48616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357474" y="85"/>
            <a:ext cx="7931150" cy="8114665"/>
            <a:chOff x="10357474" y="85"/>
            <a:chExt cx="7931150" cy="81146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57474" y="85"/>
              <a:ext cx="7930525" cy="81145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5206501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5625601"/>
              <a:ext cx="95250" cy="95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6044701"/>
              <a:ext cx="95250" cy="95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6882901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7302001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2056" y="7721101"/>
              <a:ext cx="95250" cy="9525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51771" y="2642247"/>
            <a:ext cx="7015480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00" b="0" spc="170" dirty="0">
                <a:latin typeface="Calibri"/>
                <a:cs typeface="Calibri"/>
              </a:rPr>
              <a:t>8.</a:t>
            </a:r>
            <a:r>
              <a:rPr sz="6700" b="0" spc="-844" dirty="0">
                <a:latin typeface="Calibri"/>
                <a:cs typeface="Calibri"/>
              </a:rPr>
              <a:t> </a:t>
            </a:r>
            <a:r>
              <a:rPr sz="6700" dirty="0"/>
              <a:t>Hướng</a:t>
            </a:r>
            <a:r>
              <a:rPr sz="6700" spc="-140" dirty="0"/>
              <a:t> </a:t>
            </a:r>
            <a:r>
              <a:rPr sz="6700" spc="60" dirty="0"/>
              <a:t>phát</a:t>
            </a:r>
            <a:r>
              <a:rPr sz="6700" spc="-100" dirty="0"/>
              <a:t> </a:t>
            </a:r>
            <a:r>
              <a:rPr sz="6700" spc="-10" dirty="0"/>
              <a:t>triển</a:t>
            </a:r>
            <a:endParaRPr sz="67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5206501"/>
            <a:ext cx="95250" cy="952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6044701"/>
            <a:ext cx="95250" cy="952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6882901"/>
            <a:ext cx="95250" cy="952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7721101"/>
            <a:ext cx="95250" cy="952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8140201"/>
            <a:ext cx="95250" cy="952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9256" y="8559301"/>
            <a:ext cx="95250" cy="9525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679381" y="4516163"/>
            <a:ext cx="3302635" cy="46793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200" b="1" spc="210" dirty="0">
                <a:solidFill>
                  <a:srgbClr val="F7F7F7"/>
                </a:solidFill>
                <a:latin typeface="Calibri"/>
                <a:cs typeface="Calibri"/>
              </a:rPr>
              <a:t>DÀI</a:t>
            </a:r>
            <a:r>
              <a:rPr sz="2200" b="1" spc="380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10" dirty="0">
                <a:solidFill>
                  <a:srgbClr val="F7F7F7"/>
                </a:solidFill>
                <a:latin typeface="Calibri"/>
                <a:cs typeface="Calibri"/>
              </a:rPr>
              <a:t>HẠN</a:t>
            </a:r>
            <a:endParaRPr sz="2200">
              <a:latin typeface="Calibri"/>
              <a:cs typeface="Calibri"/>
            </a:endParaRPr>
          </a:p>
          <a:p>
            <a:pPr marL="530225" marR="354330" indent="73025">
              <a:lnSpc>
                <a:spcPct val="114599"/>
              </a:lnSpc>
              <a:spcBef>
                <a:spcPts val="320"/>
              </a:spcBef>
            </a:pPr>
            <a:r>
              <a:rPr sz="2400" spc="-60" dirty="0">
                <a:solidFill>
                  <a:srgbClr val="F7F7F7"/>
                </a:solidFill>
                <a:latin typeface="Microsoft Sans Serif"/>
                <a:cs typeface="Microsoft Sans Serif"/>
              </a:rPr>
              <a:t>Web-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based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client </a:t>
            </a:r>
            <a:r>
              <a:rPr sz="24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(HTML/CSS/JS)</a:t>
            </a:r>
            <a:endParaRPr sz="2400">
              <a:latin typeface="Microsoft Sans Serif"/>
              <a:cs typeface="Microsoft Sans Serif"/>
            </a:endParaRPr>
          </a:p>
          <a:p>
            <a:pPr marL="530225" marR="229235" indent="73025">
              <a:lnSpc>
                <a:spcPct val="114599"/>
              </a:lnSpc>
            </a:pP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Mobile</a:t>
            </a:r>
            <a:r>
              <a:rPr sz="2400" spc="7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app</a:t>
            </a:r>
            <a:r>
              <a:rPr sz="2400" spc="7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F7F7F7"/>
                </a:solidFill>
                <a:latin typeface="Microsoft Sans Serif"/>
                <a:cs typeface="Microsoft Sans Serif"/>
              </a:rPr>
              <a:t>(React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Native/Flutter)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Voice/Video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40" dirty="0">
                <a:solidFill>
                  <a:srgbClr val="F7F7F7"/>
                </a:solidFill>
                <a:latin typeface="Microsoft Sans Serif"/>
                <a:cs typeface="Microsoft Sans Serif"/>
              </a:rPr>
              <a:t>call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features</a:t>
            </a:r>
            <a:endParaRPr sz="2400">
              <a:latin typeface="Microsoft Sans Serif"/>
              <a:cs typeface="Microsoft Sans Serif"/>
            </a:endParaRPr>
          </a:p>
          <a:p>
            <a:pPr marL="530225" marR="5080" indent="73025">
              <a:lnSpc>
                <a:spcPct val="114599"/>
              </a:lnSpc>
            </a:pP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Group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chat</a:t>
            </a:r>
            <a:r>
              <a:rPr sz="2400" spc="-4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rooms 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Message</a:t>
            </a:r>
            <a:r>
              <a:rPr sz="2400" spc="-3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encryption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Cloud</a:t>
            </a:r>
            <a:r>
              <a:rPr sz="2400" spc="-14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deployment (AWS/Azure)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62181" y="4516163"/>
            <a:ext cx="3735704" cy="34220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200" b="1" spc="105" dirty="0">
                <a:solidFill>
                  <a:srgbClr val="F7F7F7"/>
                </a:solidFill>
                <a:latin typeface="Calibri"/>
                <a:cs typeface="Calibri"/>
              </a:rPr>
              <a:t>MỞ</a:t>
            </a:r>
            <a:r>
              <a:rPr sz="2200" b="1" spc="38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60" dirty="0">
                <a:solidFill>
                  <a:srgbClr val="F7F7F7"/>
                </a:solidFill>
                <a:latin typeface="Calibri"/>
                <a:cs typeface="Calibri"/>
              </a:rPr>
              <a:t>RỘNG</a:t>
            </a:r>
            <a:r>
              <a:rPr sz="2200" b="1" spc="390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254" dirty="0">
                <a:solidFill>
                  <a:srgbClr val="F7F7F7"/>
                </a:solidFill>
                <a:latin typeface="Calibri"/>
                <a:cs typeface="Calibri"/>
              </a:rPr>
              <a:t>TÍNH</a:t>
            </a:r>
            <a:r>
              <a:rPr sz="2200" b="1" spc="390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2200" b="1" spc="190" dirty="0">
                <a:solidFill>
                  <a:srgbClr val="F7F7F7"/>
                </a:solidFill>
                <a:latin typeface="Calibri"/>
                <a:cs typeface="Calibri"/>
              </a:rPr>
              <a:t>NĂNG</a:t>
            </a:r>
            <a:endParaRPr sz="2200">
              <a:latin typeface="Calibri"/>
              <a:cs typeface="Calibri"/>
            </a:endParaRPr>
          </a:p>
          <a:p>
            <a:pPr marL="530225" marR="5080" indent="73025">
              <a:lnSpc>
                <a:spcPct val="114599"/>
              </a:lnSpc>
              <a:spcBef>
                <a:spcPts val="320"/>
              </a:spcBef>
            </a:pP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Emoji</a:t>
            </a:r>
            <a:r>
              <a:rPr sz="2400" spc="-7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F7F7F7"/>
                </a:solidFill>
                <a:latin typeface="Microsoft Sans Serif"/>
                <a:cs typeface="Microsoft Sans Serif"/>
              </a:rPr>
              <a:t>&amp;</a:t>
            </a:r>
            <a:r>
              <a:rPr sz="2400" spc="-6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sticker</a:t>
            </a:r>
            <a:r>
              <a:rPr sz="2400" spc="-7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support </a:t>
            </a:r>
            <a:r>
              <a:rPr sz="2400" spc="-90" dirty="0">
                <a:solidFill>
                  <a:srgbClr val="F7F7F7"/>
                </a:solidFill>
                <a:latin typeface="Microsoft Sans Serif"/>
                <a:cs typeface="Microsoft Sans Serif"/>
              </a:rPr>
              <a:t>Message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history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 search </a:t>
            </a:r>
            <a:r>
              <a:rPr sz="2400" spc="-50" dirty="0">
                <a:solidFill>
                  <a:srgbClr val="F7F7F7"/>
                </a:solidFill>
                <a:latin typeface="Microsoft Sans Serif"/>
                <a:cs typeface="Microsoft Sans Serif"/>
              </a:rPr>
              <a:t>User</a:t>
            </a:r>
            <a:r>
              <a:rPr sz="2400" spc="-10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F7F7F7"/>
                </a:solidFill>
                <a:latin typeface="Microsoft Sans Serif"/>
                <a:cs typeface="Microsoft Sans Serif"/>
              </a:rPr>
              <a:t>profile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management</a:t>
            </a:r>
            <a:endParaRPr sz="2400">
              <a:latin typeface="Microsoft Sans Serif"/>
              <a:cs typeface="Microsoft Sans Serif"/>
            </a:endParaRPr>
          </a:p>
          <a:p>
            <a:pPr marL="603885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solidFill>
                  <a:srgbClr val="F7F7F7"/>
                </a:solidFill>
                <a:latin typeface="Microsoft Sans Serif"/>
                <a:cs typeface="Microsoft Sans Serif"/>
              </a:rPr>
              <a:t>Admin</a:t>
            </a:r>
            <a:r>
              <a:rPr sz="2400" spc="-11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7F7F7"/>
                </a:solidFill>
                <a:latin typeface="Microsoft Sans Serif"/>
                <a:cs typeface="Microsoft Sans Serif"/>
              </a:rPr>
              <a:t>panel</a:t>
            </a:r>
            <a:endParaRPr sz="2400">
              <a:latin typeface="Microsoft Sans Serif"/>
              <a:cs typeface="Microsoft Sans Serif"/>
            </a:endParaRPr>
          </a:p>
          <a:p>
            <a:pPr marL="603885" marR="549275">
              <a:lnSpc>
                <a:spcPct val="114599"/>
              </a:lnSpc>
            </a:pPr>
            <a:r>
              <a:rPr sz="2400" spc="-130" dirty="0">
                <a:solidFill>
                  <a:srgbClr val="F7F7F7"/>
                </a:solidFill>
                <a:latin typeface="Microsoft Sans Serif"/>
                <a:cs typeface="Microsoft Sans Serif"/>
              </a:rPr>
              <a:t>API</a:t>
            </a:r>
            <a:r>
              <a:rPr sz="2400" spc="-50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documentation </a:t>
            </a:r>
            <a:r>
              <a:rPr sz="2400" spc="-40" dirty="0">
                <a:solidFill>
                  <a:srgbClr val="F7F7F7"/>
                </a:solidFill>
                <a:latin typeface="Microsoft Sans Serif"/>
                <a:cs typeface="Microsoft Sans Serif"/>
              </a:rPr>
              <a:t>Load</a:t>
            </a:r>
            <a:r>
              <a:rPr sz="2400" spc="-95" dirty="0">
                <a:solidFill>
                  <a:srgbClr val="F7F7F7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7F7F7"/>
                </a:solidFill>
                <a:latin typeface="Microsoft Sans Serif"/>
                <a:cs typeface="Microsoft Sans Serif"/>
              </a:rPr>
              <a:t>balancing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latin typeface="Arial"/>
                <a:cs typeface="Arial"/>
              </a:rPr>
              <a:t>NHÓM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0607" y="1029783"/>
            <a:ext cx="471805" cy="485140"/>
          </a:xfrm>
          <a:custGeom>
            <a:avLst/>
            <a:gdLst/>
            <a:ahLst/>
            <a:cxnLst/>
            <a:rect l="l" t="t" r="r" b="b"/>
            <a:pathLst>
              <a:path w="471805" h="485140">
                <a:moveTo>
                  <a:pt x="238190" y="484691"/>
                </a:moveTo>
                <a:lnTo>
                  <a:pt x="233060" y="484691"/>
                </a:lnTo>
                <a:lnTo>
                  <a:pt x="3825" y="255451"/>
                </a:lnTo>
                <a:lnTo>
                  <a:pt x="2436" y="253362"/>
                </a:lnTo>
                <a:lnTo>
                  <a:pt x="485" y="248642"/>
                </a:lnTo>
                <a:lnTo>
                  <a:pt x="0" y="246183"/>
                </a:lnTo>
                <a:lnTo>
                  <a:pt x="0" y="241073"/>
                </a:lnTo>
                <a:lnTo>
                  <a:pt x="485" y="238613"/>
                </a:lnTo>
                <a:lnTo>
                  <a:pt x="2436" y="233893"/>
                </a:lnTo>
                <a:lnTo>
                  <a:pt x="3825" y="231804"/>
                </a:lnTo>
                <a:lnTo>
                  <a:pt x="235625" y="0"/>
                </a:lnTo>
                <a:lnTo>
                  <a:pt x="407191" y="171569"/>
                </a:lnTo>
                <a:lnTo>
                  <a:pt x="235625" y="171569"/>
                </a:lnTo>
                <a:lnTo>
                  <a:pt x="163590" y="243604"/>
                </a:lnTo>
                <a:lnTo>
                  <a:pt x="235625" y="315638"/>
                </a:lnTo>
                <a:lnTo>
                  <a:pt x="407239" y="315638"/>
                </a:lnTo>
                <a:lnTo>
                  <a:pt x="238190" y="484691"/>
                </a:lnTo>
                <a:close/>
              </a:path>
              <a:path w="471805" h="485140">
                <a:moveTo>
                  <a:pt x="407239" y="315638"/>
                </a:moveTo>
                <a:lnTo>
                  <a:pt x="235625" y="315638"/>
                </a:lnTo>
                <a:lnTo>
                  <a:pt x="307659" y="243604"/>
                </a:lnTo>
                <a:lnTo>
                  <a:pt x="235625" y="171569"/>
                </a:lnTo>
                <a:lnTo>
                  <a:pt x="407191" y="171569"/>
                </a:lnTo>
                <a:lnTo>
                  <a:pt x="467425" y="231804"/>
                </a:lnTo>
                <a:lnTo>
                  <a:pt x="468814" y="233893"/>
                </a:lnTo>
                <a:lnTo>
                  <a:pt x="470765" y="238613"/>
                </a:lnTo>
                <a:lnTo>
                  <a:pt x="471250" y="241073"/>
                </a:lnTo>
                <a:lnTo>
                  <a:pt x="471250" y="246183"/>
                </a:lnTo>
                <a:lnTo>
                  <a:pt x="470765" y="248642"/>
                </a:lnTo>
                <a:lnTo>
                  <a:pt x="468814" y="253362"/>
                </a:lnTo>
                <a:lnTo>
                  <a:pt x="467425" y="255451"/>
                </a:lnTo>
                <a:lnTo>
                  <a:pt x="407239" y="315638"/>
                </a:lnTo>
                <a:close/>
              </a:path>
            </a:pathLst>
          </a:custGeom>
          <a:solidFill>
            <a:srgbClr val="25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604" y="1030830"/>
            <a:ext cx="316590" cy="4861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7474" y="85"/>
            <a:ext cx="7930525" cy="81145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09220" y="4570436"/>
            <a:ext cx="8401685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00" b="1" spc="110" dirty="0">
                <a:solidFill>
                  <a:srgbClr val="F7F7F7"/>
                </a:solidFill>
                <a:latin typeface="Calibri"/>
                <a:cs typeface="Calibri"/>
              </a:rPr>
              <a:t>Thank</a:t>
            </a:r>
            <a:r>
              <a:rPr sz="6700" b="1" spc="-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6700" b="1" spc="229" dirty="0">
                <a:solidFill>
                  <a:srgbClr val="F7F7F7"/>
                </a:solidFill>
                <a:latin typeface="Calibri"/>
                <a:cs typeface="Calibri"/>
              </a:rPr>
              <a:t>you</a:t>
            </a:r>
            <a:r>
              <a:rPr sz="6700" b="1" spc="-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6700" b="1" spc="50" dirty="0">
                <a:solidFill>
                  <a:srgbClr val="F7F7F7"/>
                </a:solidFill>
                <a:latin typeface="Calibri"/>
                <a:cs typeface="Calibri"/>
              </a:rPr>
              <a:t>for</a:t>
            </a:r>
            <a:r>
              <a:rPr sz="6700" b="1" spc="-5" dirty="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sz="6700" b="1" spc="40" dirty="0">
                <a:solidFill>
                  <a:srgbClr val="F7F7F7"/>
                </a:solidFill>
                <a:latin typeface="Calibri"/>
                <a:cs typeface="Calibri"/>
              </a:rPr>
              <a:t>listening</a:t>
            </a:r>
            <a:endParaRPr sz="6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469</Words>
  <Application>Microsoft Office PowerPoint</Application>
  <PresentationFormat>Custom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Microsoft Sans Serif</vt:lpstr>
      <vt:lpstr>Office Theme</vt:lpstr>
      <vt:lpstr>PowerPoint Presentation</vt:lpstr>
      <vt:lpstr>Nội dung chính</vt:lpstr>
      <vt:lpstr>1. Giới thiệu vấn đề</vt:lpstr>
      <vt:lpstr>2. Tổng quan sản phẩm</vt:lpstr>
      <vt:lpstr>3. Chức năng chính</vt:lpstr>
      <vt:lpstr>PowerPoint Presentation</vt:lpstr>
      <vt:lpstr>4. Kiến trúc hệ thống</vt:lpstr>
      <vt:lpstr>NHÓM 7</vt:lpstr>
      <vt:lpstr>6. Demo thực tế Demo sản phẩm trực tiếp</vt:lpstr>
      <vt:lpstr>7. Kết quả đạt được</vt:lpstr>
      <vt:lpstr>8. Hướng phát triển</vt:lpstr>
      <vt:lpstr>NHÓM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đề xuất dự án Thuyết trình doanh nghiệp theo Phong cách Công nghệ Trừu tượng Xanh dương Đậm Hồng</dc:title>
  <dc:creator>06. Nguyễn Tấn Đạt - 11A1</dc:creator>
  <cp:keywords>DAG-6wMOs40,BAEyYx7PGp4,0</cp:keywords>
  <cp:lastModifiedBy>Dũng Nguyễn Tấn</cp:lastModifiedBy>
  <cp:revision>1</cp:revision>
  <dcterms:created xsi:type="dcterms:W3CDTF">2026-01-20T08:58:48Z</dcterms:created>
  <dcterms:modified xsi:type="dcterms:W3CDTF">2026-01-20T09:11:20Z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2026-01-20T00:00:00Z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ainsAiGeneratedContent">
    <vt:lpwstr>Yes</vt:lpwstr>
  </property>
</Properties>
</file>